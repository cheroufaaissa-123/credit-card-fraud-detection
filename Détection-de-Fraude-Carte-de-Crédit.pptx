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6"/>
  </p:notesMasterIdLst>
  <p:handoutMasterIdLst>
    <p:handoutMasterId r:id="rId37"/>
  </p:handoutMasterIdLst>
  <p:sldIdLst>
    <p:sldId id="256" r:id="rId5"/>
    <p:sldId id="277" r:id="rId6"/>
    <p:sldId id="295" r:id="rId7"/>
    <p:sldId id="324" r:id="rId8"/>
    <p:sldId id="296" r:id="rId9"/>
    <p:sldId id="300" r:id="rId10"/>
    <p:sldId id="327" r:id="rId11"/>
    <p:sldId id="321" r:id="rId12"/>
    <p:sldId id="325" r:id="rId13"/>
    <p:sldId id="258" r:id="rId14"/>
    <p:sldId id="326" r:id="rId15"/>
    <p:sldId id="322" r:id="rId16"/>
    <p:sldId id="299" r:id="rId17"/>
    <p:sldId id="323" r:id="rId18"/>
    <p:sldId id="328" r:id="rId19"/>
    <p:sldId id="329" r:id="rId20"/>
    <p:sldId id="307" r:id="rId21"/>
    <p:sldId id="330" r:id="rId22"/>
    <p:sldId id="310" r:id="rId23"/>
    <p:sldId id="311" r:id="rId24"/>
    <p:sldId id="309" r:id="rId25"/>
    <p:sldId id="312" r:id="rId26"/>
    <p:sldId id="319" r:id="rId27"/>
    <p:sldId id="332" r:id="rId28"/>
    <p:sldId id="308" r:id="rId29"/>
    <p:sldId id="331" r:id="rId30"/>
    <p:sldId id="333" r:id="rId31"/>
    <p:sldId id="316" r:id="rId32"/>
    <p:sldId id="317" r:id="rId33"/>
    <p:sldId id="275" r:id="rId34"/>
    <p:sldId id="276" r:id="rId3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62875-1BEB-4E6B-BFB2-266856776BAE}" v="211" dt="2026-02-10T00:41:30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5723" autoAdjust="0"/>
  </p:normalViewPr>
  <p:slideViewPr>
    <p:cSldViewPr snapToGrid="0">
      <p:cViewPr varScale="1">
        <p:scale>
          <a:sx n="63" d="100"/>
          <a:sy n="63" d="100"/>
        </p:scale>
        <p:origin x="1020" y="6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em Kaci" userId="67735be8-ceee-46c7-9b92-74557f4d17cd" providerId="ADAL" clId="{AAC1D145-28A9-47E6-BFDF-A0EF4F11F2A5}"/>
    <pc:docChg chg="undo redo custSel addSld delSld modSld sldOrd">
      <pc:chgData name="Sirem Kaci" userId="67735be8-ceee-46c7-9b92-74557f4d17cd" providerId="ADAL" clId="{AAC1D145-28A9-47E6-BFDF-A0EF4F11F2A5}" dt="2026-02-10T00:42:36.511" v="1765" actId="1076"/>
      <pc:docMkLst>
        <pc:docMk/>
      </pc:docMkLst>
      <pc:sldChg chg="modSp mod">
        <pc:chgData name="Sirem Kaci" userId="67735be8-ceee-46c7-9b92-74557f4d17cd" providerId="ADAL" clId="{AAC1D145-28A9-47E6-BFDF-A0EF4F11F2A5}" dt="2026-02-09T03:56:43.606" v="40" actId="14100"/>
        <pc:sldMkLst>
          <pc:docMk/>
          <pc:sldMk cId="1642425379" sldId="256"/>
        </pc:sldMkLst>
        <pc:spChg chg="mod">
          <ac:chgData name="Sirem Kaci" userId="67735be8-ceee-46c7-9b92-74557f4d17cd" providerId="ADAL" clId="{AAC1D145-28A9-47E6-BFDF-A0EF4F11F2A5}" dt="2026-02-09T03:56:19.237" v="3" actId="1076"/>
          <ac:spMkLst>
            <pc:docMk/>
            <pc:sldMk cId="1642425379" sldId="256"/>
            <ac:spMk id="2" creationId="{216815C6-3AD0-46E6-A74A-1967BD91AF50}"/>
          </ac:spMkLst>
        </pc:spChg>
        <pc:spChg chg="mod">
          <ac:chgData name="Sirem Kaci" userId="67735be8-ceee-46c7-9b92-74557f4d17cd" providerId="ADAL" clId="{AAC1D145-28A9-47E6-BFDF-A0EF4F11F2A5}" dt="2026-02-09T03:56:43.606" v="40" actId="14100"/>
          <ac:spMkLst>
            <pc:docMk/>
            <pc:sldMk cId="1642425379" sldId="256"/>
            <ac:spMk id="3" creationId="{1901B20D-4C28-4DA3-ABBD-718C22A5E58B}"/>
          </ac:spMkLst>
        </pc:spChg>
      </pc:sldChg>
      <pc:sldChg chg="modSp mod">
        <pc:chgData name="Sirem Kaci" userId="67735be8-ceee-46c7-9b92-74557f4d17cd" providerId="ADAL" clId="{AAC1D145-28A9-47E6-BFDF-A0EF4F11F2A5}" dt="2026-02-09T05:44:12.307" v="850" actId="255"/>
        <pc:sldMkLst>
          <pc:docMk/>
          <pc:sldMk cId="707789176" sldId="258"/>
        </pc:sldMkLst>
        <pc:spChg chg="mod">
          <ac:chgData name="Sirem Kaci" userId="67735be8-ceee-46c7-9b92-74557f4d17cd" providerId="ADAL" clId="{AAC1D145-28A9-47E6-BFDF-A0EF4F11F2A5}" dt="2026-02-09T05:44:12.307" v="850" actId="255"/>
          <ac:spMkLst>
            <pc:docMk/>
            <pc:sldMk cId="707789176" sldId="258"/>
            <ac:spMk id="2" creationId="{A29DE7F2-E890-4744-88DD-A75F5E300513}"/>
          </ac:spMkLst>
        </pc:spChg>
      </pc:sldChg>
      <pc:sldChg chg="addSp delSp modSp mod">
        <pc:chgData name="Sirem Kaci" userId="67735be8-ceee-46c7-9b92-74557f4d17cd" providerId="ADAL" clId="{AAC1D145-28A9-47E6-BFDF-A0EF4F11F2A5}" dt="2026-02-10T00:31:45.326" v="1699" actId="2711"/>
        <pc:sldMkLst>
          <pc:docMk/>
          <pc:sldMk cId="920173932" sldId="275"/>
        </pc:sldMkLst>
        <pc:spChg chg="del mod">
          <ac:chgData name="Sirem Kaci" userId="67735be8-ceee-46c7-9b92-74557f4d17cd" providerId="ADAL" clId="{AAC1D145-28A9-47E6-BFDF-A0EF4F11F2A5}" dt="2026-02-10T00:29:54.184" v="1690" actId="478"/>
          <ac:spMkLst>
            <pc:docMk/>
            <pc:sldMk cId="920173932" sldId="275"/>
            <ac:spMk id="3" creationId="{E14BBEAF-B516-45F4-9EF6-A9F65111580F}"/>
          </ac:spMkLst>
        </pc:spChg>
        <pc:spChg chg="add mod">
          <ac:chgData name="Sirem Kaci" userId="67735be8-ceee-46c7-9b92-74557f4d17cd" providerId="ADAL" clId="{AAC1D145-28A9-47E6-BFDF-A0EF4F11F2A5}" dt="2026-02-10T00:31:45.326" v="1699" actId="2711"/>
          <ac:spMkLst>
            <pc:docMk/>
            <pc:sldMk cId="920173932" sldId="275"/>
            <ac:spMk id="4" creationId="{37928365-9960-EEDA-A934-1D2EF41C61F5}"/>
          </ac:spMkLst>
        </pc:spChg>
      </pc:sldChg>
      <pc:sldChg chg="addSp delSp modSp mod">
        <pc:chgData name="Sirem Kaci" userId="67735be8-ceee-46c7-9b92-74557f4d17cd" providerId="ADAL" clId="{AAC1D145-28A9-47E6-BFDF-A0EF4F11F2A5}" dt="2026-02-09T05:27:19.510" v="703" actId="20577"/>
        <pc:sldMkLst>
          <pc:docMk/>
          <pc:sldMk cId="2243494996" sldId="277"/>
        </pc:sldMkLst>
        <pc:spChg chg="mod">
          <ac:chgData name="Sirem Kaci" userId="67735be8-ceee-46c7-9b92-74557f4d17cd" providerId="ADAL" clId="{AAC1D145-28A9-47E6-BFDF-A0EF4F11F2A5}" dt="2026-02-09T04:00:56.696" v="105" actId="1076"/>
          <ac:spMkLst>
            <pc:docMk/>
            <pc:sldMk cId="2243494996" sldId="277"/>
            <ac:spMk id="2" creationId="{6719F29B-F233-48AF-8261-F33A4E079E3E}"/>
          </ac:spMkLst>
        </pc:spChg>
        <pc:spChg chg="del mod">
          <ac:chgData name="Sirem Kaci" userId="67735be8-ceee-46c7-9b92-74557f4d17cd" providerId="ADAL" clId="{AAC1D145-28A9-47E6-BFDF-A0EF4F11F2A5}" dt="2026-02-09T03:58:44.626" v="51"/>
          <ac:spMkLst>
            <pc:docMk/>
            <pc:sldMk cId="2243494996" sldId="277"/>
            <ac:spMk id="3" creationId="{35E3EA69-4E0E-41BD-8095-A124225A2647}"/>
          </ac:spMkLst>
        </pc:spChg>
        <pc:spChg chg="add">
          <ac:chgData name="Sirem Kaci" userId="67735be8-ceee-46c7-9b92-74557f4d17cd" providerId="ADAL" clId="{AAC1D145-28A9-47E6-BFDF-A0EF4F11F2A5}" dt="2026-02-09T03:58:11.118" v="41"/>
          <ac:spMkLst>
            <pc:docMk/>
            <pc:sldMk cId="2243494996" sldId="277"/>
            <ac:spMk id="7" creationId="{B40E5798-19AA-F0F8-9493-D9EE3327B05B}"/>
          </ac:spMkLst>
        </pc:spChg>
        <pc:spChg chg="add">
          <ac:chgData name="Sirem Kaci" userId="67735be8-ceee-46c7-9b92-74557f4d17cd" providerId="ADAL" clId="{AAC1D145-28A9-47E6-BFDF-A0EF4F11F2A5}" dt="2026-02-09T03:58:15.431" v="43"/>
          <ac:spMkLst>
            <pc:docMk/>
            <pc:sldMk cId="2243494996" sldId="277"/>
            <ac:spMk id="8" creationId="{3403A1D0-00A8-98D3-20D6-CA2DE5D09D28}"/>
          </ac:spMkLst>
        </pc:spChg>
        <pc:spChg chg="add">
          <ac:chgData name="Sirem Kaci" userId="67735be8-ceee-46c7-9b92-74557f4d17cd" providerId="ADAL" clId="{AAC1D145-28A9-47E6-BFDF-A0EF4F11F2A5}" dt="2026-02-09T03:58:37.233" v="48"/>
          <ac:spMkLst>
            <pc:docMk/>
            <pc:sldMk cId="2243494996" sldId="277"/>
            <ac:spMk id="9" creationId="{45C8D22C-217E-09FA-17E5-274492582EFB}"/>
          </ac:spMkLst>
        </pc:spChg>
        <pc:spChg chg="add mod">
          <ac:chgData name="Sirem Kaci" userId="67735be8-ceee-46c7-9b92-74557f4d17cd" providerId="ADAL" clId="{AAC1D145-28A9-47E6-BFDF-A0EF4F11F2A5}" dt="2026-02-09T05:27:19.510" v="703" actId="20577"/>
          <ac:spMkLst>
            <pc:docMk/>
            <pc:sldMk cId="2243494996" sldId="277"/>
            <ac:spMk id="10" creationId="{F4D1A546-DAD9-EC3B-DD0B-E9A750FE55FE}"/>
          </ac:spMkLst>
        </pc:spChg>
      </pc:sldChg>
      <pc:sldChg chg="modSp mod">
        <pc:chgData name="Sirem Kaci" userId="67735be8-ceee-46c7-9b92-74557f4d17cd" providerId="ADAL" clId="{AAC1D145-28A9-47E6-BFDF-A0EF4F11F2A5}" dt="2026-02-09T05:42:56.806" v="845" actId="2711"/>
        <pc:sldMkLst>
          <pc:docMk/>
          <pc:sldMk cId="2795677453" sldId="295"/>
        </pc:sldMkLst>
        <pc:spChg chg="mod">
          <ac:chgData name="Sirem Kaci" userId="67735be8-ceee-46c7-9b92-74557f4d17cd" providerId="ADAL" clId="{AAC1D145-28A9-47E6-BFDF-A0EF4F11F2A5}" dt="2026-02-09T05:42:56.806" v="845" actId="2711"/>
          <ac:spMkLst>
            <pc:docMk/>
            <pc:sldMk cId="2795677453" sldId="295"/>
            <ac:spMk id="2" creationId="{FC73DE0B-6CCF-FE3E-9DF0-4120B134A26B}"/>
          </ac:spMkLst>
        </pc:spChg>
      </pc:sldChg>
      <pc:sldChg chg="modSp mod">
        <pc:chgData name="Sirem Kaci" userId="67735be8-ceee-46c7-9b92-74557f4d17cd" providerId="ADAL" clId="{AAC1D145-28A9-47E6-BFDF-A0EF4F11F2A5}" dt="2026-02-09T05:43:10.823" v="846" actId="255"/>
        <pc:sldMkLst>
          <pc:docMk/>
          <pc:sldMk cId="437204378" sldId="296"/>
        </pc:sldMkLst>
        <pc:spChg chg="mod">
          <ac:chgData name="Sirem Kaci" userId="67735be8-ceee-46c7-9b92-74557f4d17cd" providerId="ADAL" clId="{AAC1D145-28A9-47E6-BFDF-A0EF4F11F2A5}" dt="2026-02-09T05:42:38.088" v="843" actId="2711"/>
          <ac:spMkLst>
            <pc:docMk/>
            <pc:sldMk cId="437204378" sldId="296"/>
            <ac:spMk id="2" creationId="{6BFB3986-7D18-8A53-3946-E9AA75FBC067}"/>
          </ac:spMkLst>
        </pc:spChg>
        <pc:spChg chg="mod">
          <ac:chgData name="Sirem Kaci" userId="67735be8-ceee-46c7-9b92-74557f4d17cd" providerId="ADAL" clId="{AAC1D145-28A9-47E6-BFDF-A0EF4F11F2A5}" dt="2026-02-09T05:43:10.823" v="846" actId="255"/>
          <ac:spMkLst>
            <pc:docMk/>
            <pc:sldMk cId="437204378" sldId="296"/>
            <ac:spMk id="3" creationId="{90E01F63-7EAB-D9A7-DF76-302F6FB4CE8F}"/>
          </ac:spMkLst>
        </pc:spChg>
      </pc:sldChg>
      <pc:sldChg chg="modSp del mod">
        <pc:chgData name="Sirem Kaci" userId="67735be8-ceee-46c7-9b92-74557f4d17cd" providerId="ADAL" clId="{AAC1D145-28A9-47E6-BFDF-A0EF4F11F2A5}" dt="2026-02-09T04:44:51.280" v="492" actId="2696"/>
        <pc:sldMkLst>
          <pc:docMk/>
          <pc:sldMk cId="1067231760" sldId="298"/>
        </pc:sldMkLst>
        <pc:spChg chg="mod">
          <ac:chgData name="Sirem Kaci" userId="67735be8-ceee-46c7-9b92-74557f4d17cd" providerId="ADAL" clId="{AAC1D145-28A9-47E6-BFDF-A0EF4F11F2A5}" dt="2026-02-09T04:43:34.103" v="482" actId="20577"/>
          <ac:spMkLst>
            <pc:docMk/>
            <pc:sldMk cId="1067231760" sldId="298"/>
            <ac:spMk id="2" creationId="{16FC0695-812C-E11A-C3EE-44AD0B2E4AFF}"/>
          </ac:spMkLst>
        </pc:spChg>
        <pc:spChg chg="mod">
          <ac:chgData name="Sirem Kaci" userId="67735be8-ceee-46c7-9b92-74557f4d17cd" providerId="ADAL" clId="{AAC1D145-28A9-47E6-BFDF-A0EF4F11F2A5}" dt="2026-02-09T04:43:19.604" v="471"/>
          <ac:spMkLst>
            <pc:docMk/>
            <pc:sldMk cId="1067231760" sldId="298"/>
            <ac:spMk id="3" creationId="{3F491426-2C4B-85EE-BED5-77FA50B6570F}"/>
          </ac:spMkLst>
        </pc:spChg>
        <pc:spChg chg="mod">
          <ac:chgData name="Sirem Kaci" userId="67735be8-ceee-46c7-9b92-74557f4d17cd" providerId="ADAL" clId="{AAC1D145-28A9-47E6-BFDF-A0EF4F11F2A5}" dt="2026-02-09T04:43:18.760" v="470" actId="20577"/>
          <ac:spMkLst>
            <pc:docMk/>
            <pc:sldMk cId="1067231760" sldId="298"/>
            <ac:spMk id="5" creationId="{0562EACD-6C8D-BE59-4469-BC0C5071513E}"/>
          </ac:spMkLst>
        </pc:spChg>
        <pc:picChg chg="mod">
          <ac:chgData name="Sirem Kaci" userId="67735be8-ceee-46c7-9b92-74557f4d17cd" providerId="ADAL" clId="{AAC1D145-28A9-47E6-BFDF-A0EF4F11F2A5}" dt="2026-02-09T04:44:40.150" v="491" actId="14100"/>
          <ac:picMkLst>
            <pc:docMk/>
            <pc:sldMk cId="1067231760" sldId="298"/>
            <ac:picMk id="11" creationId="{EE55AA4D-4D49-0037-7685-59E24F551D50}"/>
          </ac:picMkLst>
        </pc:picChg>
      </pc:sldChg>
      <pc:sldChg chg="addSp delSp modSp mod ord">
        <pc:chgData name="Sirem Kaci" userId="67735be8-ceee-46c7-9b92-74557f4d17cd" providerId="ADAL" clId="{AAC1D145-28A9-47E6-BFDF-A0EF4F11F2A5}" dt="2026-02-09T05:54:14.369" v="956"/>
        <pc:sldMkLst>
          <pc:docMk/>
          <pc:sldMk cId="851551959" sldId="299"/>
        </pc:sldMkLst>
        <pc:spChg chg="mod">
          <ac:chgData name="Sirem Kaci" userId="67735be8-ceee-46c7-9b92-74557f4d17cd" providerId="ADAL" clId="{AAC1D145-28A9-47E6-BFDF-A0EF4F11F2A5}" dt="2026-02-09T05:44:29.370" v="853" actId="27636"/>
          <ac:spMkLst>
            <pc:docMk/>
            <pc:sldMk cId="851551959" sldId="299"/>
            <ac:spMk id="2" creationId="{1CD8B60A-1363-C96E-49FB-4C44B4345E6F}"/>
          </ac:spMkLst>
        </pc:spChg>
        <pc:spChg chg="mod">
          <ac:chgData name="Sirem Kaci" userId="67735be8-ceee-46c7-9b92-74557f4d17cd" providerId="ADAL" clId="{AAC1D145-28A9-47E6-BFDF-A0EF4F11F2A5}" dt="2026-02-09T05:31:32.916" v="732" actId="20577"/>
          <ac:spMkLst>
            <pc:docMk/>
            <pc:sldMk cId="851551959" sldId="299"/>
            <ac:spMk id="4" creationId="{E64B8C02-C785-71B1-22F7-F81143151BDE}"/>
          </ac:spMkLst>
        </pc:spChg>
        <pc:spChg chg="add del mod">
          <ac:chgData name="Sirem Kaci" userId="67735be8-ceee-46c7-9b92-74557f4d17cd" providerId="ADAL" clId="{AAC1D145-28A9-47E6-BFDF-A0EF4F11F2A5}" dt="2026-02-09T05:30:07.058" v="713" actId="931"/>
          <ac:spMkLst>
            <pc:docMk/>
            <pc:sldMk cId="851551959" sldId="299"/>
            <ac:spMk id="5" creationId="{4E7E6CEE-13F3-24C8-D3EE-4F286AF0F809}"/>
          </ac:spMkLst>
        </pc:spChg>
        <pc:picChg chg="add mod">
          <ac:chgData name="Sirem Kaci" userId="67735be8-ceee-46c7-9b92-74557f4d17cd" providerId="ADAL" clId="{AAC1D145-28A9-47E6-BFDF-A0EF4F11F2A5}" dt="2026-02-09T05:30:22.619" v="720" actId="14100"/>
          <ac:picMkLst>
            <pc:docMk/>
            <pc:sldMk cId="851551959" sldId="299"/>
            <ac:picMk id="7" creationId="{D8AEB327-071F-293F-CEFD-9D212954641C}"/>
          </ac:picMkLst>
        </pc:picChg>
        <pc:picChg chg="del mod">
          <ac:chgData name="Sirem Kaci" userId="67735be8-ceee-46c7-9b92-74557f4d17cd" providerId="ADAL" clId="{AAC1D145-28A9-47E6-BFDF-A0EF4F11F2A5}" dt="2026-02-09T05:30:00.494" v="712" actId="478"/>
          <ac:picMkLst>
            <pc:docMk/>
            <pc:sldMk cId="851551959" sldId="299"/>
            <ac:picMk id="11" creationId="{C3A1E1D3-3657-863F-59A9-E3783F4A03C0}"/>
          </ac:picMkLst>
        </pc:picChg>
      </pc:sldChg>
      <pc:sldChg chg="addSp modSp mod">
        <pc:chgData name="Sirem Kaci" userId="67735be8-ceee-46c7-9b92-74557f4d17cd" providerId="ADAL" clId="{AAC1D145-28A9-47E6-BFDF-A0EF4F11F2A5}" dt="2026-02-09T05:43:46.293" v="848" actId="2711"/>
        <pc:sldMkLst>
          <pc:docMk/>
          <pc:sldMk cId="2775505681" sldId="300"/>
        </pc:sldMkLst>
        <pc:spChg chg="mod">
          <ac:chgData name="Sirem Kaci" userId="67735be8-ceee-46c7-9b92-74557f4d17cd" providerId="ADAL" clId="{AAC1D145-28A9-47E6-BFDF-A0EF4F11F2A5}" dt="2026-02-09T05:18:27.189" v="661" actId="20577"/>
          <ac:spMkLst>
            <pc:docMk/>
            <pc:sldMk cId="2775505681" sldId="300"/>
            <ac:spMk id="2" creationId="{43304C7C-D09B-3467-517A-73E615002B15}"/>
          </ac:spMkLst>
        </pc:spChg>
        <pc:spChg chg="add">
          <ac:chgData name="Sirem Kaci" userId="67735be8-ceee-46c7-9b92-74557f4d17cd" providerId="ADAL" clId="{AAC1D145-28A9-47E6-BFDF-A0EF4F11F2A5}" dt="2026-02-09T05:15:10.025" v="609"/>
          <ac:spMkLst>
            <pc:docMk/>
            <pc:sldMk cId="2775505681" sldId="300"/>
            <ac:spMk id="3" creationId="{03315111-4BA7-3AD8-78BC-B4FE035BF7B8}"/>
          </ac:spMkLst>
        </pc:spChg>
        <pc:spChg chg="mod">
          <ac:chgData name="Sirem Kaci" userId="67735be8-ceee-46c7-9b92-74557f4d17cd" providerId="ADAL" clId="{AAC1D145-28A9-47E6-BFDF-A0EF4F11F2A5}" dt="2026-02-09T05:43:46.293" v="848" actId="2711"/>
          <ac:spMkLst>
            <pc:docMk/>
            <pc:sldMk cId="2775505681" sldId="300"/>
            <ac:spMk id="4" creationId="{0A1D578E-B026-BA7D-D5A3-0B224112EBB6}"/>
          </ac:spMkLst>
        </pc:spChg>
        <pc:spChg chg="add">
          <ac:chgData name="Sirem Kaci" userId="67735be8-ceee-46c7-9b92-74557f4d17cd" providerId="ADAL" clId="{AAC1D145-28A9-47E6-BFDF-A0EF4F11F2A5}" dt="2026-02-09T05:15:27.229" v="615"/>
          <ac:spMkLst>
            <pc:docMk/>
            <pc:sldMk cId="2775505681" sldId="300"/>
            <ac:spMk id="5" creationId="{0DEDE507-4199-75C8-70EB-C5A4C20EB724}"/>
          </ac:spMkLst>
        </pc:spChg>
        <pc:spChg chg="add">
          <ac:chgData name="Sirem Kaci" userId="67735be8-ceee-46c7-9b92-74557f4d17cd" providerId="ADAL" clId="{AAC1D145-28A9-47E6-BFDF-A0EF4F11F2A5}" dt="2026-02-09T05:15:35.447" v="621"/>
          <ac:spMkLst>
            <pc:docMk/>
            <pc:sldMk cId="2775505681" sldId="300"/>
            <ac:spMk id="6" creationId="{010F75F3-E934-2A62-CBE6-567C59EFBAAB}"/>
          </ac:spMkLst>
        </pc:spChg>
        <pc:picChg chg="mod modCrop">
          <ac:chgData name="Sirem Kaci" userId="67735be8-ceee-46c7-9b92-74557f4d17cd" providerId="ADAL" clId="{AAC1D145-28A9-47E6-BFDF-A0EF4F11F2A5}" dt="2026-02-09T05:16:48.557" v="636" actId="1076"/>
          <ac:picMkLst>
            <pc:docMk/>
            <pc:sldMk cId="2775505681" sldId="300"/>
            <ac:picMk id="11" creationId="{0F4EEE8F-6075-4DC0-CFBB-F5452AFEA5A2}"/>
          </ac:picMkLst>
        </pc:picChg>
      </pc:sldChg>
      <pc:sldChg chg="del">
        <pc:chgData name="Sirem Kaci" userId="67735be8-ceee-46c7-9b92-74557f4d17cd" providerId="ADAL" clId="{AAC1D145-28A9-47E6-BFDF-A0EF4F11F2A5}" dt="2026-02-09T19:02:42.787" v="1288" actId="2696"/>
        <pc:sldMkLst>
          <pc:docMk/>
          <pc:sldMk cId="2141892486" sldId="301"/>
        </pc:sldMkLst>
      </pc:sldChg>
      <pc:sldChg chg="del">
        <pc:chgData name="Sirem Kaci" userId="67735be8-ceee-46c7-9b92-74557f4d17cd" providerId="ADAL" clId="{AAC1D145-28A9-47E6-BFDF-A0EF4F11F2A5}" dt="2026-02-09T19:02:47.619" v="1289" actId="2696"/>
        <pc:sldMkLst>
          <pc:docMk/>
          <pc:sldMk cId="274692221" sldId="302"/>
        </pc:sldMkLst>
      </pc:sldChg>
      <pc:sldChg chg="del">
        <pc:chgData name="Sirem Kaci" userId="67735be8-ceee-46c7-9b92-74557f4d17cd" providerId="ADAL" clId="{AAC1D145-28A9-47E6-BFDF-A0EF4F11F2A5}" dt="2026-02-09T20:15:41.045" v="1370" actId="2696"/>
        <pc:sldMkLst>
          <pc:docMk/>
          <pc:sldMk cId="428825337" sldId="303"/>
        </pc:sldMkLst>
      </pc:sldChg>
      <pc:sldChg chg="del">
        <pc:chgData name="Sirem Kaci" userId="67735be8-ceee-46c7-9b92-74557f4d17cd" providerId="ADAL" clId="{AAC1D145-28A9-47E6-BFDF-A0EF4F11F2A5}" dt="2026-02-09T19:02:53.349" v="1290" actId="2696"/>
        <pc:sldMkLst>
          <pc:docMk/>
          <pc:sldMk cId="2454618421" sldId="304"/>
        </pc:sldMkLst>
      </pc:sldChg>
      <pc:sldChg chg="del">
        <pc:chgData name="Sirem Kaci" userId="67735be8-ceee-46c7-9b92-74557f4d17cd" providerId="ADAL" clId="{AAC1D145-28A9-47E6-BFDF-A0EF4F11F2A5}" dt="2026-02-09T19:02:58.763" v="1291" actId="2696"/>
        <pc:sldMkLst>
          <pc:docMk/>
          <pc:sldMk cId="68505922" sldId="305"/>
        </pc:sldMkLst>
      </pc:sldChg>
      <pc:sldChg chg="del">
        <pc:chgData name="Sirem Kaci" userId="67735be8-ceee-46c7-9b92-74557f4d17cd" providerId="ADAL" clId="{AAC1D145-28A9-47E6-BFDF-A0EF4F11F2A5}" dt="2026-02-09T19:03:04.852" v="1292" actId="2696"/>
        <pc:sldMkLst>
          <pc:docMk/>
          <pc:sldMk cId="465895274" sldId="306"/>
        </pc:sldMkLst>
      </pc:sldChg>
      <pc:sldChg chg="addSp delSp modSp mod">
        <pc:chgData name="Sirem Kaci" userId="67735be8-ceee-46c7-9b92-74557f4d17cd" providerId="ADAL" clId="{AAC1D145-28A9-47E6-BFDF-A0EF4F11F2A5}" dt="2026-02-09T20:23:28.127" v="1386" actId="1076"/>
        <pc:sldMkLst>
          <pc:docMk/>
          <pc:sldMk cId="2791239813" sldId="307"/>
        </pc:sldMkLst>
        <pc:spChg chg="del mod">
          <ac:chgData name="Sirem Kaci" userId="67735be8-ceee-46c7-9b92-74557f4d17cd" providerId="ADAL" clId="{AAC1D145-28A9-47E6-BFDF-A0EF4F11F2A5}" dt="2026-02-09T20:21:47.765" v="1376" actId="478"/>
          <ac:spMkLst>
            <pc:docMk/>
            <pc:sldMk cId="2791239813" sldId="307"/>
            <ac:spMk id="4" creationId="{35BD8243-BD44-989A-10F3-B1459FB5727E}"/>
          </ac:spMkLst>
        </pc:spChg>
        <pc:spChg chg="add del mod">
          <ac:chgData name="Sirem Kaci" userId="67735be8-ceee-46c7-9b92-74557f4d17cd" providerId="ADAL" clId="{AAC1D145-28A9-47E6-BFDF-A0EF4F11F2A5}" dt="2026-02-09T20:22:58.857" v="1380" actId="478"/>
          <ac:spMkLst>
            <pc:docMk/>
            <pc:sldMk cId="2791239813" sldId="307"/>
            <ac:spMk id="6" creationId="{B6C619E9-5DE2-F5A0-559C-7CA47610777A}"/>
          </ac:spMkLst>
        </pc:spChg>
        <pc:picChg chg="mod">
          <ac:chgData name="Sirem Kaci" userId="67735be8-ceee-46c7-9b92-74557f4d17cd" providerId="ADAL" clId="{AAC1D145-28A9-47E6-BFDF-A0EF4F11F2A5}" dt="2026-02-09T20:20:49.024" v="1371" actId="14826"/>
          <ac:picMkLst>
            <pc:docMk/>
            <pc:sldMk cId="2791239813" sldId="307"/>
            <ac:picMk id="5" creationId="{0CB1FDF3-B71A-D531-6670-9D05D6F851F2}"/>
          </ac:picMkLst>
        </pc:picChg>
        <pc:picChg chg="add mod">
          <ac:chgData name="Sirem Kaci" userId="67735be8-ceee-46c7-9b92-74557f4d17cd" providerId="ADAL" clId="{AAC1D145-28A9-47E6-BFDF-A0EF4F11F2A5}" dt="2026-02-09T20:23:28.127" v="1386" actId="1076"/>
          <ac:picMkLst>
            <pc:docMk/>
            <pc:sldMk cId="2791239813" sldId="307"/>
            <ac:picMk id="11" creationId="{84C2E1EC-0D1C-3F72-D48D-F96EBA2262BC}"/>
          </ac:picMkLst>
        </pc:picChg>
      </pc:sldChg>
      <pc:sldChg chg="addSp delSp modSp mod ord">
        <pc:chgData name="Sirem Kaci" userId="67735be8-ceee-46c7-9b92-74557f4d17cd" providerId="ADAL" clId="{AAC1D145-28A9-47E6-BFDF-A0EF4F11F2A5}" dt="2026-02-09T21:19:13.456" v="1612" actId="20577"/>
        <pc:sldMkLst>
          <pc:docMk/>
          <pc:sldMk cId="3524214997" sldId="308"/>
        </pc:sldMkLst>
        <pc:spChg chg="mod">
          <ac:chgData name="Sirem Kaci" userId="67735be8-ceee-46c7-9b92-74557f4d17cd" providerId="ADAL" clId="{AAC1D145-28A9-47E6-BFDF-A0EF4F11F2A5}" dt="2026-02-09T21:19:13.456" v="1612" actId="20577"/>
          <ac:spMkLst>
            <pc:docMk/>
            <pc:sldMk cId="3524214997" sldId="308"/>
            <ac:spMk id="2" creationId="{9D469115-9603-9D35-3C61-0D36B515FEE9}"/>
          </ac:spMkLst>
        </pc:spChg>
        <pc:spChg chg="del mod">
          <ac:chgData name="Sirem Kaci" userId="67735be8-ceee-46c7-9b92-74557f4d17cd" providerId="ADAL" clId="{AAC1D145-28A9-47E6-BFDF-A0EF4F11F2A5}" dt="2026-02-09T20:59:39.672" v="1432" actId="478"/>
          <ac:spMkLst>
            <pc:docMk/>
            <pc:sldMk cId="3524214997" sldId="308"/>
            <ac:spMk id="4" creationId="{156A7242-8BEA-EAB2-7054-EA1731E351CF}"/>
          </ac:spMkLst>
        </pc:spChg>
        <pc:spChg chg="add del mod">
          <ac:chgData name="Sirem Kaci" userId="67735be8-ceee-46c7-9b92-74557f4d17cd" providerId="ADAL" clId="{AAC1D145-28A9-47E6-BFDF-A0EF4F11F2A5}" dt="2026-02-09T20:59:16.340" v="1423" actId="931"/>
          <ac:spMkLst>
            <pc:docMk/>
            <pc:sldMk cId="3524214997" sldId="308"/>
            <ac:spMk id="6" creationId="{AB63E53B-C1FE-4F0A-B539-4A5931FBFB42}"/>
          </ac:spMkLst>
        </pc:spChg>
        <pc:picChg chg="del">
          <ac:chgData name="Sirem Kaci" userId="67735be8-ceee-46c7-9b92-74557f4d17cd" providerId="ADAL" clId="{AAC1D145-28A9-47E6-BFDF-A0EF4F11F2A5}" dt="2026-02-09T20:59:03.511" v="1422" actId="478"/>
          <ac:picMkLst>
            <pc:docMk/>
            <pc:sldMk cId="3524214997" sldId="308"/>
            <ac:picMk id="5" creationId="{BB992E62-C63A-5F10-6913-D9736A2CD07D}"/>
          </ac:picMkLst>
        </pc:picChg>
        <pc:picChg chg="add mod">
          <ac:chgData name="Sirem Kaci" userId="67735be8-ceee-46c7-9b92-74557f4d17cd" providerId="ADAL" clId="{AAC1D145-28A9-47E6-BFDF-A0EF4F11F2A5}" dt="2026-02-09T21:02:08.351" v="1460" actId="1076"/>
          <ac:picMkLst>
            <pc:docMk/>
            <pc:sldMk cId="3524214997" sldId="308"/>
            <ac:picMk id="8" creationId="{455F3566-E5E0-048A-465C-BC4836E39B2D}"/>
          </ac:picMkLst>
        </pc:picChg>
        <pc:picChg chg="add mod">
          <ac:chgData name="Sirem Kaci" userId="67735be8-ceee-46c7-9b92-74557f4d17cd" providerId="ADAL" clId="{AAC1D145-28A9-47E6-BFDF-A0EF4F11F2A5}" dt="2026-02-09T21:17:42.923" v="1592" actId="1035"/>
          <ac:picMkLst>
            <pc:docMk/>
            <pc:sldMk cId="3524214997" sldId="308"/>
            <ac:picMk id="11" creationId="{358E8C5C-ECA3-B3F4-300B-34D554EF4821}"/>
          </ac:picMkLst>
        </pc:picChg>
      </pc:sldChg>
      <pc:sldChg chg="addSp delSp modSp mod ord">
        <pc:chgData name="Sirem Kaci" userId="67735be8-ceee-46c7-9b92-74557f4d17cd" providerId="ADAL" clId="{AAC1D145-28A9-47E6-BFDF-A0EF4F11F2A5}" dt="2026-02-10T00:41:46.644" v="1754" actId="255"/>
        <pc:sldMkLst>
          <pc:docMk/>
          <pc:sldMk cId="4221531803" sldId="309"/>
        </pc:sldMkLst>
        <pc:spChg chg="mod">
          <ac:chgData name="Sirem Kaci" userId="67735be8-ceee-46c7-9b92-74557f4d17cd" providerId="ADAL" clId="{AAC1D145-28A9-47E6-BFDF-A0EF4F11F2A5}" dt="2026-02-10T00:41:46.644" v="1754" actId="255"/>
          <ac:spMkLst>
            <pc:docMk/>
            <pc:sldMk cId="4221531803" sldId="309"/>
            <ac:spMk id="2" creationId="{7CCCFD03-59B8-4EA2-D2DD-E2149AEBE793}"/>
          </ac:spMkLst>
        </pc:spChg>
        <pc:spChg chg="del mod">
          <ac:chgData name="Sirem Kaci" userId="67735be8-ceee-46c7-9b92-74557f4d17cd" providerId="ADAL" clId="{AAC1D145-28A9-47E6-BFDF-A0EF4F11F2A5}" dt="2026-02-09T21:14:52.309" v="1550" actId="478"/>
          <ac:spMkLst>
            <pc:docMk/>
            <pc:sldMk cId="4221531803" sldId="309"/>
            <ac:spMk id="4" creationId="{818BD11C-80CF-87FD-178B-F4DBAB0A7B75}"/>
          </ac:spMkLst>
        </pc:spChg>
        <pc:spChg chg="add del mod">
          <ac:chgData name="Sirem Kaci" userId="67735be8-ceee-46c7-9b92-74557f4d17cd" providerId="ADAL" clId="{AAC1D145-28A9-47E6-BFDF-A0EF4F11F2A5}" dt="2026-02-09T21:09:42.730" v="1508" actId="931"/>
          <ac:spMkLst>
            <pc:docMk/>
            <pc:sldMk cId="4221531803" sldId="309"/>
            <ac:spMk id="6" creationId="{1144E5A0-6E9D-0AB0-527C-C369240E2427}"/>
          </ac:spMkLst>
        </pc:spChg>
        <pc:spChg chg="del">
          <ac:chgData name="Sirem Kaci" userId="67735be8-ceee-46c7-9b92-74557f4d17cd" providerId="ADAL" clId="{AAC1D145-28A9-47E6-BFDF-A0EF4F11F2A5}" dt="2026-02-09T21:10:52.170" v="1519" actId="478"/>
          <ac:spMkLst>
            <pc:docMk/>
            <pc:sldMk cId="4221531803" sldId="309"/>
            <ac:spMk id="9" creationId="{15D591A5-9966-55E7-0D1A-30CE9F026CBC}"/>
          </ac:spMkLst>
        </pc:spChg>
        <pc:spChg chg="add del mod">
          <ac:chgData name="Sirem Kaci" userId="67735be8-ceee-46c7-9b92-74557f4d17cd" providerId="ADAL" clId="{AAC1D145-28A9-47E6-BFDF-A0EF4F11F2A5}" dt="2026-02-09T21:17:19.217" v="1589" actId="478"/>
          <ac:spMkLst>
            <pc:docMk/>
            <pc:sldMk cId="4221531803" sldId="309"/>
            <ac:spMk id="11" creationId="{8076108B-0949-6449-9275-6D3D440B9C14}"/>
          </ac:spMkLst>
        </pc:spChg>
        <pc:spChg chg="add del mod">
          <ac:chgData name="Sirem Kaci" userId="67735be8-ceee-46c7-9b92-74557f4d17cd" providerId="ADAL" clId="{AAC1D145-28A9-47E6-BFDF-A0EF4F11F2A5}" dt="2026-02-10T00:38:24.106" v="1706"/>
          <ac:spMkLst>
            <pc:docMk/>
            <pc:sldMk cId="4221531803" sldId="309"/>
            <ac:spMk id="12" creationId="{4C967EF6-1618-87A3-F2CF-81A19AA94108}"/>
          </ac:spMkLst>
        </pc:spChg>
        <pc:spChg chg="add del mod">
          <ac:chgData name="Sirem Kaci" userId="67735be8-ceee-46c7-9b92-74557f4d17cd" providerId="ADAL" clId="{AAC1D145-28A9-47E6-BFDF-A0EF4F11F2A5}" dt="2026-02-10T00:39:01.594" v="1723" actId="478"/>
          <ac:spMkLst>
            <pc:docMk/>
            <pc:sldMk cId="4221531803" sldId="309"/>
            <ac:spMk id="13" creationId="{C5F6C4AA-15FD-9128-C0FF-D95EE53B2672}"/>
          </ac:spMkLst>
        </pc:spChg>
        <pc:spChg chg="add">
          <ac:chgData name="Sirem Kaci" userId="67735be8-ceee-46c7-9b92-74557f4d17cd" providerId="ADAL" clId="{AAC1D145-28A9-47E6-BFDF-A0EF4F11F2A5}" dt="2026-02-10T00:38:55.866" v="1722"/>
          <ac:spMkLst>
            <pc:docMk/>
            <pc:sldMk cId="4221531803" sldId="309"/>
            <ac:spMk id="14" creationId="{85F9D780-1FD2-845A-6953-5D36C08387F2}"/>
          </ac:spMkLst>
        </pc:spChg>
        <pc:spChg chg="add mod">
          <ac:chgData name="Sirem Kaci" userId="67735be8-ceee-46c7-9b92-74557f4d17cd" providerId="ADAL" clId="{AAC1D145-28A9-47E6-BFDF-A0EF4F11F2A5}" dt="2026-02-10T00:41:30.522" v="1751" actId="767"/>
          <ac:spMkLst>
            <pc:docMk/>
            <pc:sldMk cId="4221531803" sldId="309"/>
            <ac:spMk id="15" creationId="{59B0A5F1-E2F5-0F3F-1379-212DD8563EB7}"/>
          </ac:spMkLst>
        </pc:spChg>
        <pc:spChg chg="add">
          <ac:chgData name="Sirem Kaci" userId="67735be8-ceee-46c7-9b92-74557f4d17cd" providerId="ADAL" clId="{AAC1D145-28A9-47E6-BFDF-A0EF4F11F2A5}" dt="2026-02-10T00:40:26.758" v="1734"/>
          <ac:spMkLst>
            <pc:docMk/>
            <pc:sldMk cId="4221531803" sldId="309"/>
            <ac:spMk id="16" creationId="{6A79E3BC-312E-98EE-EC35-4B9F4057A4C5}"/>
          </ac:spMkLst>
        </pc:spChg>
        <pc:spChg chg="add">
          <ac:chgData name="Sirem Kaci" userId="67735be8-ceee-46c7-9b92-74557f4d17cd" providerId="ADAL" clId="{AAC1D145-28A9-47E6-BFDF-A0EF4F11F2A5}" dt="2026-02-10T00:40:32.511" v="1737"/>
          <ac:spMkLst>
            <pc:docMk/>
            <pc:sldMk cId="4221531803" sldId="309"/>
            <ac:spMk id="17" creationId="{2269F6DB-9D71-056C-A3D7-62C650A1A1EE}"/>
          </ac:spMkLst>
        </pc:spChg>
        <pc:picChg chg="del">
          <ac:chgData name="Sirem Kaci" userId="67735be8-ceee-46c7-9b92-74557f4d17cd" providerId="ADAL" clId="{AAC1D145-28A9-47E6-BFDF-A0EF4F11F2A5}" dt="2026-02-09T21:09:32.611" v="1507" actId="478"/>
          <ac:picMkLst>
            <pc:docMk/>
            <pc:sldMk cId="4221531803" sldId="309"/>
            <ac:picMk id="5" creationId="{20E8D0D8-2378-6A7C-05F7-0802193734CC}"/>
          </ac:picMkLst>
        </pc:picChg>
        <pc:picChg chg="add mod">
          <ac:chgData name="Sirem Kaci" userId="67735be8-ceee-46c7-9b92-74557f4d17cd" providerId="ADAL" clId="{AAC1D145-28A9-47E6-BFDF-A0EF4F11F2A5}" dt="2026-02-10T00:41:35.658" v="1752" actId="1076"/>
          <ac:picMkLst>
            <pc:docMk/>
            <pc:sldMk cId="4221531803" sldId="309"/>
            <ac:picMk id="8" creationId="{9366F9A6-1D59-E55B-6392-6742833990BF}"/>
          </ac:picMkLst>
        </pc:picChg>
      </pc:sldChg>
      <pc:sldChg chg="modSp mod ord">
        <pc:chgData name="Sirem Kaci" userId="67735be8-ceee-46c7-9b92-74557f4d17cd" providerId="ADAL" clId="{AAC1D145-28A9-47E6-BFDF-A0EF4F11F2A5}" dt="2026-02-09T20:58:04.754" v="1415"/>
        <pc:sldMkLst>
          <pc:docMk/>
          <pc:sldMk cId="1333556978" sldId="310"/>
        </pc:sldMkLst>
        <pc:spChg chg="mod">
          <ac:chgData name="Sirem Kaci" userId="67735be8-ceee-46c7-9b92-74557f4d17cd" providerId="ADAL" clId="{AAC1D145-28A9-47E6-BFDF-A0EF4F11F2A5}" dt="2026-02-09T19:19:01.092" v="1369" actId="20577"/>
          <ac:spMkLst>
            <pc:docMk/>
            <pc:sldMk cId="1333556978" sldId="310"/>
            <ac:spMk id="2" creationId="{3ACEAD21-221B-9EF4-F7F9-3A64650F34E9}"/>
          </ac:spMkLst>
        </pc:spChg>
      </pc:sldChg>
      <pc:sldChg chg="addSp delSp modSp mod ord">
        <pc:chgData name="Sirem Kaci" userId="67735be8-ceee-46c7-9b92-74557f4d17cd" providerId="ADAL" clId="{AAC1D145-28A9-47E6-BFDF-A0EF4F11F2A5}" dt="2026-02-10T00:42:14.149" v="1761" actId="1076"/>
        <pc:sldMkLst>
          <pc:docMk/>
          <pc:sldMk cId="3266920718" sldId="311"/>
        </pc:sldMkLst>
        <pc:spChg chg="mod">
          <ac:chgData name="Sirem Kaci" userId="67735be8-ceee-46c7-9b92-74557f4d17cd" providerId="ADAL" clId="{AAC1D145-28A9-47E6-BFDF-A0EF4F11F2A5}" dt="2026-02-09T21:18:23.389" v="1595" actId="20577"/>
          <ac:spMkLst>
            <pc:docMk/>
            <pc:sldMk cId="3266920718" sldId="311"/>
            <ac:spMk id="2" creationId="{D903B66C-46BA-37C2-2465-B95E9EB14090}"/>
          </ac:spMkLst>
        </pc:spChg>
        <pc:spChg chg="del mod">
          <ac:chgData name="Sirem Kaci" userId="67735be8-ceee-46c7-9b92-74557f4d17cd" providerId="ADAL" clId="{AAC1D145-28A9-47E6-BFDF-A0EF4F11F2A5}" dt="2026-02-09T21:15:03.378" v="1553" actId="478"/>
          <ac:spMkLst>
            <pc:docMk/>
            <pc:sldMk cId="3266920718" sldId="311"/>
            <ac:spMk id="4" creationId="{F6DFE422-BC4E-7079-B7C7-ECCC53766AA9}"/>
          </ac:spMkLst>
        </pc:spChg>
        <pc:spChg chg="add del mod">
          <ac:chgData name="Sirem Kaci" userId="67735be8-ceee-46c7-9b92-74557f4d17cd" providerId="ADAL" clId="{AAC1D145-28A9-47E6-BFDF-A0EF4F11F2A5}" dt="2026-02-09T21:12:06.334" v="1521" actId="931"/>
          <ac:spMkLst>
            <pc:docMk/>
            <pc:sldMk cId="3266920718" sldId="311"/>
            <ac:spMk id="6" creationId="{63548A78-1602-FC15-96A6-F6F402CF8369}"/>
          </ac:spMkLst>
        </pc:spChg>
        <pc:spChg chg="add del mod">
          <ac:chgData name="Sirem Kaci" userId="67735be8-ceee-46c7-9b92-74557f4d17cd" providerId="ADAL" clId="{AAC1D145-28A9-47E6-BFDF-A0EF4F11F2A5}" dt="2026-02-10T00:40:17.227" v="1731"/>
          <ac:spMkLst>
            <pc:docMk/>
            <pc:sldMk cId="3266920718" sldId="311"/>
            <ac:spMk id="10" creationId="{C2AFA111-0981-A777-F260-D3C8D5FD51A0}"/>
          </ac:spMkLst>
        </pc:spChg>
        <pc:picChg chg="del">
          <ac:chgData name="Sirem Kaci" userId="67735be8-ceee-46c7-9b92-74557f4d17cd" providerId="ADAL" clId="{AAC1D145-28A9-47E6-BFDF-A0EF4F11F2A5}" dt="2026-02-09T21:11:53.594" v="1520" actId="478"/>
          <ac:picMkLst>
            <pc:docMk/>
            <pc:sldMk cId="3266920718" sldId="311"/>
            <ac:picMk id="5" creationId="{77B226CB-E586-3C72-F590-CBAB75652689}"/>
          </ac:picMkLst>
        </pc:picChg>
        <pc:picChg chg="add mod">
          <ac:chgData name="Sirem Kaci" userId="67735be8-ceee-46c7-9b92-74557f4d17cd" providerId="ADAL" clId="{AAC1D145-28A9-47E6-BFDF-A0EF4F11F2A5}" dt="2026-02-10T00:42:14.149" v="1761" actId="1076"/>
          <ac:picMkLst>
            <pc:docMk/>
            <pc:sldMk cId="3266920718" sldId="311"/>
            <ac:picMk id="8" creationId="{CDE85052-CB62-EB2B-EC98-AE776B8E21E3}"/>
          </ac:picMkLst>
        </pc:picChg>
      </pc:sldChg>
      <pc:sldChg chg="addSp delSp modSp mod ord">
        <pc:chgData name="Sirem Kaci" userId="67735be8-ceee-46c7-9b92-74557f4d17cd" providerId="ADAL" clId="{AAC1D145-28A9-47E6-BFDF-A0EF4F11F2A5}" dt="2026-02-10T00:42:36.511" v="1765" actId="1076"/>
        <pc:sldMkLst>
          <pc:docMk/>
          <pc:sldMk cId="267901479" sldId="312"/>
        </pc:sldMkLst>
        <pc:spChg chg="mod">
          <ac:chgData name="Sirem Kaci" userId="67735be8-ceee-46c7-9b92-74557f4d17cd" providerId="ADAL" clId="{AAC1D145-28A9-47E6-BFDF-A0EF4F11F2A5}" dt="2026-02-10T00:42:31.916" v="1764" actId="1076"/>
          <ac:spMkLst>
            <pc:docMk/>
            <pc:sldMk cId="267901479" sldId="312"/>
            <ac:spMk id="2" creationId="{A6BBE129-3F86-8EEF-32F8-20199598E385}"/>
          </ac:spMkLst>
        </pc:spChg>
        <pc:spChg chg="del mod">
          <ac:chgData name="Sirem Kaci" userId="67735be8-ceee-46c7-9b92-74557f4d17cd" providerId="ADAL" clId="{AAC1D145-28A9-47E6-BFDF-A0EF4F11F2A5}" dt="2026-02-09T21:14:43.954" v="1549" actId="478"/>
          <ac:spMkLst>
            <pc:docMk/>
            <pc:sldMk cId="267901479" sldId="312"/>
            <ac:spMk id="4" creationId="{218F5A7A-413F-3003-860C-82336988E6F2}"/>
          </ac:spMkLst>
        </pc:spChg>
        <pc:spChg chg="add del mod">
          <ac:chgData name="Sirem Kaci" userId="67735be8-ceee-46c7-9b92-74557f4d17cd" providerId="ADAL" clId="{AAC1D145-28A9-47E6-BFDF-A0EF4F11F2A5}" dt="2026-02-09T21:13:03.948" v="1531" actId="931"/>
          <ac:spMkLst>
            <pc:docMk/>
            <pc:sldMk cId="267901479" sldId="312"/>
            <ac:spMk id="6" creationId="{2444339C-0A6D-2C6D-CEF0-768B84184156}"/>
          </ac:spMkLst>
        </pc:spChg>
        <pc:picChg chg="del">
          <ac:chgData name="Sirem Kaci" userId="67735be8-ceee-46c7-9b92-74557f4d17cd" providerId="ADAL" clId="{AAC1D145-28A9-47E6-BFDF-A0EF4F11F2A5}" dt="2026-02-09T21:12:55.940" v="1530" actId="478"/>
          <ac:picMkLst>
            <pc:docMk/>
            <pc:sldMk cId="267901479" sldId="312"/>
            <ac:picMk id="5" creationId="{92931B9A-18EF-0642-5CD4-5FCFE91B45FB}"/>
          </ac:picMkLst>
        </pc:picChg>
        <pc:picChg chg="add mod">
          <ac:chgData name="Sirem Kaci" userId="67735be8-ceee-46c7-9b92-74557f4d17cd" providerId="ADAL" clId="{AAC1D145-28A9-47E6-BFDF-A0EF4F11F2A5}" dt="2026-02-10T00:42:36.511" v="1765" actId="1076"/>
          <ac:picMkLst>
            <pc:docMk/>
            <pc:sldMk cId="267901479" sldId="312"/>
            <ac:picMk id="8" creationId="{E37E664F-22D3-C5A4-1441-CC0BE2F65F29}"/>
          </ac:picMkLst>
        </pc:picChg>
      </pc:sldChg>
      <pc:sldChg chg="del">
        <pc:chgData name="Sirem Kaci" userId="67735be8-ceee-46c7-9b92-74557f4d17cd" providerId="ADAL" clId="{AAC1D145-28A9-47E6-BFDF-A0EF4F11F2A5}" dt="2026-02-09T21:06:43.795" v="1484" actId="2696"/>
        <pc:sldMkLst>
          <pc:docMk/>
          <pc:sldMk cId="1865571144" sldId="313"/>
        </pc:sldMkLst>
      </pc:sldChg>
      <pc:sldChg chg="del">
        <pc:chgData name="Sirem Kaci" userId="67735be8-ceee-46c7-9b92-74557f4d17cd" providerId="ADAL" clId="{AAC1D145-28A9-47E6-BFDF-A0EF4F11F2A5}" dt="2026-02-09T21:06:46.318" v="1485" actId="2696"/>
        <pc:sldMkLst>
          <pc:docMk/>
          <pc:sldMk cId="1204795012" sldId="314"/>
        </pc:sldMkLst>
      </pc:sldChg>
      <pc:sldChg chg="del">
        <pc:chgData name="Sirem Kaci" userId="67735be8-ceee-46c7-9b92-74557f4d17cd" providerId="ADAL" clId="{AAC1D145-28A9-47E6-BFDF-A0EF4F11F2A5}" dt="2026-02-09T21:06:50.312" v="1486" actId="2696"/>
        <pc:sldMkLst>
          <pc:docMk/>
          <pc:sldMk cId="2711753674" sldId="315"/>
        </pc:sldMkLst>
      </pc:sldChg>
      <pc:sldChg chg="modSp mod">
        <pc:chgData name="Sirem Kaci" userId="67735be8-ceee-46c7-9b92-74557f4d17cd" providerId="ADAL" clId="{AAC1D145-28A9-47E6-BFDF-A0EF4F11F2A5}" dt="2026-02-10T00:24:38.647" v="1649" actId="255"/>
        <pc:sldMkLst>
          <pc:docMk/>
          <pc:sldMk cId="4141944003" sldId="316"/>
        </pc:sldMkLst>
        <pc:spChg chg="mod">
          <ac:chgData name="Sirem Kaci" userId="67735be8-ceee-46c7-9b92-74557f4d17cd" providerId="ADAL" clId="{AAC1D145-28A9-47E6-BFDF-A0EF4F11F2A5}" dt="2026-02-10T00:24:38.647" v="1649" actId="255"/>
          <ac:spMkLst>
            <pc:docMk/>
            <pc:sldMk cId="4141944003" sldId="316"/>
            <ac:spMk id="4" creationId="{D5E76CB8-460C-8270-7E48-DFE266CD2088}"/>
          </ac:spMkLst>
        </pc:spChg>
      </pc:sldChg>
      <pc:sldChg chg="modSp mod">
        <pc:chgData name="Sirem Kaci" userId="67735be8-ceee-46c7-9b92-74557f4d17cd" providerId="ADAL" clId="{AAC1D145-28A9-47E6-BFDF-A0EF4F11F2A5}" dt="2026-02-10T00:28:55.235" v="1687" actId="27636"/>
        <pc:sldMkLst>
          <pc:docMk/>
          <pc:sldMk cId="411102746" sldId="317"/>
        </pc:sldMkLst>
        <pc:spChg chg="mod">
          <ac:chgData name="Sirem Kaci" userId="67735be8-ceee-46c7-9b92-74557f4d17cd" providerId="ADAL" clId="{AAC1D145-28A9-47E6-BFDF-A0EF4F11F2A5}" dt="2026-02-10T00:28:55.235" v="1687" actId="27636"/>
          <ac:spMkLst>
            <pc:docMk/>
            <pc:sldMk cId="411102746" sldId="317"/>
            <ac:spMk id="4" creationId="{12B5AD8C-4E8E-3E00-8B44-4ED2C38F9797}"/>
          </ac:spMkLst>
        </pc:spChg>
      </pc:sldChg>
      <pc:sldChg chg="del">
        <pc:chgData name="Sirem Kaci" userId="67735be8-ceee-46c7-9b92-74557f4d17cd" providerId="ADAL" clId="{AAC1D145-28A9-47E6-BFDF-A0EF4F11F2A5}" dt="2026-02-09T18:54:07.535" v="1257" actId="2696"/>
        <pc:sldMkLst>
          <pc:docMk/>
          <pc:sldMk cId="1533961247" sldId="318"/>
        </pc:sldMkLst>
      </pc:sldChg>
      <pc:sldChg chg="ord">
        <pc:chgData name="Sirem Kaci" userId="67735be8-ceee-46c7-9b92-74557f4d17cd" providerId="ADAL" clId="{AAC1D145-28A9-47E6-BFDF-A0EF4F11F2A5}" dt="2026-02-09T21:07:49.925" v="1506"/>
        <pc:sldMkLst>
          <pc:docMk/>
          <pc:sldMk cId="3120115433" sldId="319"/>
        </pc:sldMkLst>
      </pc:sldChg>
      <pc:sldChg chg="modSp del mod">
        <pc:chgData name="Sirem Kaci" userId="67735be8-ceee-46c7-9b92-74557f4d17cd" providerId="ADAL" clId="{AAC1D145-28A9-47E6-BFDF-A0EF4F11F2A5}" dt="2026-02-10T00:16:15.532" v="1626" actId="2696"/>
        <pc:sldMkLst>
          <pc:docMk/>
          <pc:sldMk cId="2798345834" sldId="320"/>
        </pc:sldMkLst>
        <pc:spChg chg="mod">
          <ac:chgData name="Sirem Kaci" userId="67735be8-ceee-46c7-9b92-74557f4d17cd" providerId="ADAL" clId="{AAC1D145-28A9-47E6-BFDF-A0EF4F11F2A5}" dt="2026-02-09T21:20:04.152" v="1619" actId="20577"/>
          <ac:spMkLst>
            <pc:docMk/>
            <pc:sldMk cId="2798345834" sldId="320"/>
            <ac:spMk id="2" creationId="{ECF3A0B5-B463-23CE-6FAF-6FC78E842236}"/>
          </ac:spMkLst>
        </pc:spChg>
      </pc:sldChg>
      <pc:sldChg chg="addSp delSp modSp new mod">
        <pc:chgData name="Sirem Kaci" userId="67735be8-ceee-46c7-9b92-74557f4d17cd" providerId="ADAL" clId="{AAC1D145-28A9-47E6-BFDF-A0EF4F11F2A5}" dt="2026-02-09T05:43:54.026" v="849" actId="255"/>
        <pc:sldMkLst>
          <pc:docMk/>
          <pc:sldMk cId="502595729" sldId="321"/>
        </pc:sldMkLst>
        <pc:spChg chg="mod">
          <ac:chgData name="Sirem Kaci" userId="67735be8-ceee-46c7-9b92-74557f4d17cd" providerId="ADAL" clId="{AAC1D145-28A9-47E6-BFDF-A0EF4F11F2A5}" dt="2026-02-09T05:43:54.026" v="849" actId="255"/>
          <ac:spMkLst>
            <pc:docMk/>
            <pc:sldMk cId="502595729" sldId="321"/>
            <ac:spMk id="2" creationId="{E97A7CB4-53B7-7205-E305-EAFE4E73AC44}"/>
          </ac:spMkLst>
        </pc:spChg>
        <pc:spChg chg="del">
          <ac:chgData name="Sirem Kaci" userId="67735be8-ceee-46c7-9b92-74557f4d17cd" providerId="ADAL" clId="{AAC1D145-28A9-47E6-BFDF-A0EF4F11F2A5}" dt="2026-02-09T05:00:23.728" v="529" actId="478"/>
          <ac:spMkLst>
            <pc:docMk/>
            <pc:sldMk cId="502595729" sldId="321"/>
            <ac:spMk id="3" creationId="{6A526CDC-10C5-0359-CB2E-2C6FC70E4489}"/>
          </ac:spMkLst>
        </pc:spChg>
        <pc:spChg chg="del">
          <ac:chgData name="Sirem Kaci" userId="67735be8-ceee-46c7-9b92-74557f4d17cd" providerId="ADAL" clId="{AAC1D145-28A9-47E6-BFDF-A0EF4F11F2A5}" dt="2026-02-09T04:59:36.782" v="523" actId="931"/>
          <ac:spMkLst>
            <pc:docMk/>
            <pc:sldMk cId="502595729" sldId="321"/>
            <ac:spMk id="4" creationId="{C4E65E25-E366-21D4-1043-A621A85AD0E0}"/>
          </ac:spMkLst>
        </pc:spChg>
        <pc:spChg chg="del">
          <ac:chgData name="Sirem Kaci" userId="67735be8-ceee-46c7-9b92-74557f4d17cd" providerId="ADAL" clId="{AAC1D145-28A9-47E6-BFDF-A0EF4F11F2A5}" dt="2026-02-09T05:00:33.433" v="530" actId="478"/>
          <ac:spMkLst>
            <pc:docMk/>
            <pc:sldMk cId="502595729" sldId="321"/>
            <ac:spMk id="5" creationId="{A04D7475-00EC-C493-3BD2-BB87FBB97675}"/>
          </ac:spMkLst>
        </pc:spChg>
        <pc:spChg chg="del mod">
          <ac:chgData name="Sirem Kaci" userId="67735be8-ceee-46c7-9b92-74557f4d17cd" providerId="ADAL" clId="{AAC1D145-28A9-47E6-BFDF-A0EF4F11F2A5}" dt="2026-02-09T04:59:45.666" v="526" actId="931"/>
          <ac:spMkLst>
            <pc:docMk/>
            <pc:sldMk cId="502595729" sldId="321"/>
            <ac:spMk id="6" creationId="{FB73A60A-0CEB-59B7-137E-31A1CA166AA4}"/>
          </ac:spMkLst>
        </pc:spChg>
        <pc:spChg chg="del">
          <ac:chgData name="Sirem Kaci" userId="67735be8-ceee-46c7-9b92-74557f4d17cd" providerId="ADAL" clId="{AAC1D145-28A9-47E6-BFDF-A0EF4F11F2A5}" dt="2026-02-09T05:03:51.291" v="549" actId="478"/>
          <ac:spMkLst>
            <pc:docMk/>
            <pc:sldMk cId="502595729" sldId="321"/>
            <ac:spMk id="7" creationId="{775C398F-C273-2EB6-6948-FAAECEC9B8B6}"/>
          </ac:spMkLst>
        </pc:spChg>
        <pc:spChg chg="del">
          <ac:chgData name="Sirem Kaci" userId="67735be8-ceee-46c7-9b92-74557f4d17cd" providerId="ADAL" clId="{AAC1D145-28A9-47E6-BFDF-A0EF4F11F2A5}" dt="2026-02-09T05:03:59.438" v="550" actId="478"/>
          <ac:spMkLst>
            <pc:docMk/>
            <pc:sldMk cId="502595729" sldId="321"/>
            <ac:spMk id="8" creationId="{1B45D9F5-58A9-6DA4-D2C0-E4CCE2E50434}"/>
          </ac:spMkLst>
        </pc:spChg>
        <pc:spChg chg="del">
          <ac:chgData name="Sirem Kaci" userId="67735be8-ceee-46c7-9b92-74557f4d17cd" providerId="ADAL" clId="{AAC1D145-28A9-47E6-BFDF-A0EF4F11F2A5}" dt="2026-02-09T05:04:08.161" v="551" actId="478"/>
          <ac:spMkLst>
            <pc:docMk/>
            <pc:sldMk cId="502595729" sldId="321"/>
            <ac:spMk id="9" creationId="{131E993C-BAB6-FE85-6314-6C30826485B8}"/>
          </ac:spMkLst>
        </pc:spChg>
        <pc:picChg chg="add mod">
          <ac:chgData name="Sirem Kaci" userId="67735be8-ceee-46c7-9b92-74557f4d17cd" providerId="ADAL" clId="{AAC1D145-28A9-47E6-BFDF-A0EF4F11F2A5}" dt="2026-02-09T05:06:10.591" v="563" actId="1076"/>
          <ac:picMkLst>
            <pc:docMk/>
            <pc:sldMk cId="502595729" sldId="321"/>
            <ac:picMk id="11" creationId="{EF9AA694-98CB-F919-818D-DCBEACF77B7D}"/>
          </ac:picMkLst>
        </pc:picChg>
        <pc:picChg chg="add mod">
          <ac:chgData name="Sirem Kaci" userId="67735be8-ceee-46c7-9b92-74557f4d17cd" providerId="ADAL" clId="{AAC1D145-28A9-47E6-BFDF-A0EF4F11F2A5}" dt="2026-02-09T05:06:07.835" v="562" actId="1076"/>
          <ac:picMkLst>
            <pc:docMk/>
            <pc:sldMk cId="502595729" sldId="321"/>
            <ac:picMk id="13" creationId="{F4C862FB-6BDA-9256-16DF-2F241B3E433B}"/>
          </ac:picMkLst>
        </pc:picChg>
      </pc:sldChg>
      <pc:sldChg chg="addSp delSp modSp new del mod">
        <pc:chgData name="Sirem Kaci" userId="67735be8-ceee-46c7-9b92-74557f4d17cd" providerId="ADAL" clId="{AAC1D145-28A9-47E6-BFDF-A0EF4F11F2A5}" dt="2026-02-09T04:53:44.025" v="521" actId="2696"/>
        <pc:sldMkLst>
          <pc:docMk/>
          <pc:sldMk cId="933982225" sldId="321"/>
        </pc:sldMkLst>
        <pc:spChg chg="mod">
          <ac:chgData name="Sirem Kaci" userId="67735be8-ceee-46c7-9b92-74557f4d17cd" providerId="ADAL" clId="{AAC1D145-28A9-47E6-BFDF-A0EF4F11F2A5}" dt="2026-02-09T04:49:10.109" v="514" actId="27636"/>
          <ac:spMkLst>
            <pc:docMk/>
            <pc:sldMk cId="933982225" sldId="321"/>
            <ac:spMk id="2" creationId="{74DFA40F-2D5C-AD5E-7FCF-AC77488B7373}"/>
          </ac:spMkLst>
        </pc:spChg>
        <pc:spChg chg="del">
          <ac:chgData name="Sirem Kaci" userId="67735be8-ceee-46c7-9b92-74557f4d17cd" providerId="ADAL" clId="{AAC1D145-28A9-47E6-BFDF-A0EF4F11F2A5}" dt="2026-02-09T04:48:03.088" v="502" actId="478"/>
          <ac:spMkLst>
            <pc:docMk/>
            <pc:sldMk cId="933982225" sldId="321"/>
            <ac:spMk id="3" creationId="{4DD48F35-8397-2504-4723-B2B396FC00B0}"/>
          </ac:spMkLst>
        </pc:spChg>
        <pc:spChg chg="del">
          <ac:chgData name="Sirem Kaci" userId="67735be8-ceee-46c7-9b92-74557f4d17cd" providerId="ADAL" clId="{AAC1D145-28A9-47E6-BFDF-A0EF4F11F2A5}" dt="2026-02-09T04:48:12.948" v="503" actId="478"/>
          <ac:spMkLst>
            <pc:docMk/>
            <pc:sldMk cId="933982225" sldId="321"/>
            <ac:spMk id="4" creationId="{9203AD0C-F81F-8D2B-3A7C-20865AFB7E1D}"/>
          </ac:spMkLst>
        </pc:spChg>
        <pc:spChg chg="del">
          <ac:chgData name="Sirem Kaci" userId="67735be8-ceee-46c7-9b92-74557f4d17cd" providerId="ADAL" clId="{AAC1D145-28A9-47E6-BFDF-A0EF4F11F2A5}" dt="2026-02-09T04:48:29.315" v="505" actId="478"/>
          <ac:spMkLst>
            <pc:docMk/>
            <pc:sldMk cId="933982225" sldId="321"/>
            <ac:spMk id="5" creationId="{E30EA6F8-8ED2-47C4-623C-0DB0964E406E}"/>
          </ac:spMkLst>
        </pc:spChg>
        <pc:spChg chg="del mod">
          <ac:chgData name="Sirem Kaci" userId="67735be8-ceee-46c7-9b92-74557f4d17cd" providerId="ADAL" clId="{AAC1D145-28A9-47E6-BFDF-A0EF4F11F2A5}" dt="2026-02-09T04:48:48.329" v="508" actId="931"/>
          <ac:spMkLst>
            <pc:docMk/>
            <pc:sldMk cId="933982225" sldId="321"/>
            <ac:spMk id="6" creationId="{B10B0648-747E-A650-42EB-BE22F39F3290}"/>
          </ac:spMkLst>
        </pc:spChg>
        <pc:picChg chg="add mod">
          <ac:chgData name="Sirem Kaci" userId="67735be8-ceee-46c7-9b92-74557f4d17cd" providerId="ADAL" clId="{AAC1D145-28A9-47E6-BFDF-A0EF4F11F2A5}" dt="2026-02-09T04:49:42.869" v="520" actId="14100"/>
          <ac:picMkLst>
            <pc:docMk/>
            <pc:sldMk cId="933982225" sldId="321"/>
            <ac:picMk id="11" creationId="{F4590EC4-D4A2-7DC5-AFA7-4E3FCFA580C4}"/>
          </ac:picMkLst>
        </pc:picChg>
      </pc:sldChg>
      <pc:sldChg chg="add del">
        <pc:chgData name="Sirem Kaci" userId="67735be8-ceee-46c7-9b92-74557f4d17cd" providerId="ADAL" clId="{AAC1D145-28A9-47E6-BFDF-A0EF4F11F2A5}" dt="2026-02-09T04:33:24.321" v="459" actId="2890"/>
        <pc:sldMkLst>
          <pc:docMk/>
          <pc:sldMk cId="1059439003" sldId="321"/>
        </pc:sldMkLst>
      </pc:sldChg>
      <pc:sldChg chg="addSp delSp modSp new del mod">
        <pc:chgData name="Sirem Kaci" userId="67735be8-ceee-46c7-9b92-74557f4d17cd" providerId="ADAL" clId="{AAC1D145-28A9-47E6-BFDF-A0EF4F11F2A5}" dt="2026-02-09T04:47:36.542" v="500" actId="2696"/>
        <pc:sldMkLst>
          <pc:docMk/>
          <pc:sldMk cId="2988581260" sldId="321"/>
        </pc:sldMkLst>
        <pc:spChg chg="del">
          <ac:chgData name="Sirem Kaci" userId="67735be8-ceee-46c7-9b92-74557f4d17cd" providerId="ADAL" clId="{AAC1D145-28A9-47E6-BFDF-A0EF4F11F2A5}" dt="2026-02-09T04:45:37.888" v="494" actId="931"/>
          <ac:spMkLst>
            <pc:docMk/>
            <pc:sldMk cId="2988581260" sldId="321"/>
            <ac:spMk id="4" creationId="{1E7F60E5-045E-A021-CB2A-21703E3A2F2F}"/>
          </ac:spMkLst>
        </pc:spChg>
        <pc:picChg chg="add mod">
          <ac:chgData name="Sirem Kaci" userId="67735be8-ceee-46c7-9b92-74557f4d17cd" providerId="ADAL" clId="{AAC1D145-28A9-47E6-BFDF-A0EF4F11F2A5}" dt="2026-02-09T04:45:51.900" v="499" actId="14100"/>
          <ac:picMkLst>
            <pc:docMk/>
            <pc:sldMk cId="2988581260" sldId="321"/>
            <ac:picMk id="13" creationId="{00FE324A-7124-EB25-442E-D58B719CD898}"/>
          </ac:picMkLst>
        </pc:picChg>
      </pc:sldChg>
      <pc:sldChg chg="addSp modSp add mod ord">
        <pc:chgData name="Sirem Kaci" userId="67735be8-ceee-46c7-9b92-74557f4d17cd" providerId="ADAL" clId="{AAC1D145-28A9-47E6-BFDF-A0EF4F11F2A5}" dt="2026-02-09T05:44:19.681" v="851" actId="255"/>
        <pc:sldMkLst>
          <pc:docMk/>
          <pc:sldMk cId="140364969" sldId="322"/>
        </pc:sldMkLst>
        <pc:spChg chg="mod">
          <ac:chgData name="Sirem Kaci" userId="67735be8-ceee-46c7-9b92-74557f4d17cd" providerId="ADAL" clId="{AAC1D145-28A9-47E6-BFDF-A0EF4F11F2A5}" dt="2026-02-09T05:44:19.681" v="851" actId="255"/>
          <ac:spMkLst>
            <pc:docMk/>
            <pc:sldMk cId="140364969" sldId="322"/>
            <ac:spMk id="2" creationId="{96AD52DD-68A3-AC44-7DD6-7344F10A0030}"/>
          </ac:spMkLst>
        </pc:spChg>
        <pc:spChg chg="add mod">
          <ac:chgData name="Sirem Kaci" userId="67735be8-ceee-46c7-9b92-74557f4d17cd" providerId="ADAL" clId="{AAC1D145-28A9-47E6-BFDF-A0EF4F11F2A5}" dt="2026-02-09T05:09:29.692" v="587" actId="1076"/>
          <ac:spMkLst>
            <pc:docMk/>
            <pc:sldMk cId="140364969" sldId="322"/>
            <ac:spMk id="3" creationId="{FA9A31FF-5DE3-BBFB-39B8-42FC09F57500}"/>
          </ac:spMkLst>
        </pc:spChg>
        <pc:spChg chg="add mod">
          <ac:chgData name="Sirem Kaci" userId="67735be8-ceee-46c7-9b92-74557f4d17cd" providerId="ADAL" clId="{AAC1D145-28A9-47E6-BFDF-A0EF4F11F2A5}" dt="2026-02-09T05:10:17.494" v="600" actId="20577"/>
          <ac:spMkLst>
            <pc:docMk/>
            <pc:sldMk cId="140364969" sldId="322"/>
            <ac:spMk id="4" creationId="{2E1125A0-7608-B006-0133-185654FF177B}"/>
          </ac:spMkLst>
        </pc:spChg>
        <pc:picChg chg="mod">
          <ac:chgData name="Sirem Kaci" userId="67735be8-ceee-46c7-9b92-74557f4d17cd" providerId="ADAL" clId="{AAC1D145-28A9-47E6-BFDF-A0EF4F11F2A5}" dt="2026-02-09T05:07:02.705" v="567" actId="14826"/>
          <ac:picMkLst>
            <pc:docMk/>
            <pc:sldMk cId="140364969" sldId="322"/>
            <ac:picMk id="11" creationId="{40FEF2FB-C650-DB4B-3563-6529EBC9D7D6}"/>
          </ac:picMkLst>
        </pc:picChg>
        <pc:picChg chg="mod">
          <ac:chgData name="Sirem Kaci" userId="67735be8-ceee-46c7-9b92-74557f4d17cd" providerId="ADAL" clId="{AAC1D145-28A9-47E6-BFDF-A0EF4F11F2A5}" dt="2026-02-09T05:05:56.744" v="560" actId="1076"/>
          <ac:picMkLst>
            <pc:docMk/>
            <pc:sldMk cId="140364969" sldId="322"/>
            <ac:picMk id="13" creationId="{0EBAFF7F-511D-9602-D995-188523D70C8A}"/>
          </ac:picMkLst>
        </pc:picChg>
      </pc:sldChg>
      <pc:sldChg chg="modSp new mod">
        <pc:chgData name="Sirem Kaci" userId="67735be8-ceee-46c7-9b92-74557f4d17cd" providerId="ADAL" clId="{AAC1D145-28A9-47E6-BFDF-A0EF4F11F2A5}" dt="2026-02-09T18:33:46.926" v="1256" actId="2711"/>
        <pc:sldMkLst>
          <pc:docMk/>
          <pc:sldMk cId="2924076423" sldId="323"/>
        </pc:sldMkLst>
        <pc:spChg chg="mod">
          <ac:chgData name="Sirem Kaci" userId="67735be8-ceee-46c7-9b92-74557f4d17cd" providerId="ADAL" clId="{AAC1D145-28A9-47E6-BFDF-A0EF4F11F2A5}" dt="2026-02-09T18:33:46.926" v="1256" actId="2711"/>
          <ac:spMkLst>
            <pc:docMk/>
            <pc:sldMk cId="2924076423" sldId="323"/>
            <ac:spMk id="2" creationId="{B2E730B7-0991-37C4-2F33-B92DA24D9AD9}"/>
          </ac:spMkLst>
        </pc:spChg>
        <pc:spChg chg="mod">
          <ac:chgData name="Sirem Kaci" userId="67735be8-ceee-46c7-9b92-74557f4d17cd" providerId="ADAL" clId="{AAC1D145-28A9-47E6-BFDF-A0EF4F11F2A5}" dt="2026-02-09T18:32:49.894" v="1252" actId="2711"/>
          <ac:spMkLst>
            <pc:docMk/>
            <pc:sldMk cId="2924076423" sldId="323"/>
            <ac:spMk id="3" creationId="{649ACE43-0B2A-C8A3-3278-53A4236D6755}"/>
          </ac:spMkLst>
        </pc:spChg>
      </pc:sldChg>
      <pc:sldChg chg="modSp add mod">
        <pc:chgData name="Sirem Kaci" userId="67735be8-ceee-46c7-9b92-74557f4d17cd" providerId="ADAL" clId="{AAC1D145-28A9-47E6-BFDF-A0EF4F11F2A5}" dt="2026-02-09T05:43:19.072" v="847" actId="255"/>
        <pc:sldMkLst>
          <pc:docMk/>
          <pc:sldMk cId="2380304335" sldId="324"/>
        </pc:sldMkLst>
        <pc:spChg chg="mod">
          <ac:chgData name="Sirem Kaci" userId="67735be8-ceee-46c7-9b92-74557f4d17cd" providerId="ADAL" clId="{AAC1D145-28A9-47E6-BFDF-A0EF4F11F2A5}" dt="2026-02-09T05:42:49.182" v="844" actId="2711"/>
          <ac:spMkLst>
            <pc:docMk/>
            <pc:sldMk cId="2380304335" sldId="324"/>
            <ac:spMk id="2" creationId="{566C2ABD-6666-2640-795F-9CC9157AC368}"/>
          </ac:spMkLst>
        </pc:spChg>
        <pc:spChg chg="mod">
          <ac:chgData name="Sirem Kaci" userId="67735be8-ceee-46c7-9b92-74557f4d17cd" providerId="ADAL" clId="{AAC1D145-28A9-47E6-BFDF-A0EF4F11F2A5}" dt="2026-02-09T05:43:19.072" v="847" actId="255"/>
          <ac:spMkLst>
            <pc:docMk/>
            <pc:sldMk cId="2380304335" sldId="324"/>
            <ac:spMk id="3" creationId="{00CBE612-9F18-79AD-B27C-DD2F2DBC5B80}"/>
          </ac:spMkLst>
        </pc:spChg>
      </pc:sldChg>
      <pc:sldChg chg="modSp add mod ord">
        <pc:chgData name="Sirem Kaci" userId="67735be8-ceee-46c7-9b92-74557f4d17cd" providerId="ADAL" clId="{AAC1D145-28A9-47E6-BFDF-A0EF4F11F2A5}" dt="2026-02-09T05:42:30.040" v="842" actId="20577"/>
        <pc:sldMkLst>
          <pc:docMk/>
          <pc:sldMk cId="531510341" sldId="325"/>
        </pc:sldMkLst>
        <pc:spChg chg="mod">
          <ac:chgData name="Sirem Kaci" userId="67735be8-ceee-46c7-9b92-74557f4d17cd" providerId="ADAL" clId="{AAC1D145-28A9-47E6-BFDF-A0EF4F11F2A5}" dt="2026-02-09T05:42:30.040" v="842" actId="20577"/>
          <ac:spMkLst>
            <pc:docMk/>
            <pc:sldMk cId="531510341" sldId="325"/>
            <ac:spMk id="2" creationId="{32681344-6814-B1A6-F7E6-D08164FB5703}"/>
          </ac:spMkLst>
        </pc:spChg>
        <pc:spChg chg="mod">
          <ac:chgData name="Sirem Kaci" userId="67735be8-ceee-46c7-9b92-74557f4d17cd" providerId="ADAL" clId="{AAC1D145-28A9-47E6-BFDF-A0EF4F11F2A5}" dt="2026-02-09T05:42:15.835" v="838" actId="2711"/>
          <ac:spMkLst>
            <pc:docMk/>
            <pc:sldMk cId="531510341" sldId="325"/>
            <ac:spMk id="3" creationId="{77D0C74C-7D39-D506-F75E-37CA61B18482}"/>
          </ac:spMkLst>
        </pc:spChg>
      </pc:sldChg>
      <pc:sldChg chg="addSp delSp modSp add mod ord">
        <pc:chgData name="Sirem Kaci" userId="67735be8-ceee-46c7-9b92-74557f4d17cd" providerId="ADAL" clId="{AAC1D145-28A9-47E6-BFDF-A0EF4F11F2A5}" dt="2026-02-09T05:55:09.413" v="965" actId="255"/>
        <pc:sldMkLst>
          <pc:docMk/>
          <pc:sldMk cId="3242645325" sldId="326"/>
        </pc:sldMkLst>
        <pc:spChg chg="mod">
          <ac:chgData name="Sirem Kaci" userId="67735be8-ceee-46c7-9b92-74557f4d17cd" providerId="ADAL" clId="{AAC1D145-28A9-47E6-BFDF-A0EF4F11F2A5}" dt="2026-02-09T05:55:09.413" v="965" actId="255"/>
          <ac:spMkLst>
            <pc:docMk/>
            <pc:sldMk cId="3242645325" sldId="326"/>
            <ac:spMk id="2" creationId="{ED7F8DEC-FB7E-4AAE-57DE-2084A41C9E7E}"/>
          </ac:spMkLst>
        </pc:spChg>
        <pc:spChg chg="mod">
          <ac:chgData name="Sirem Kaci" userId="67735be8-ceee-46c7-9b92-74557f4d17cd" providerId="ADAL" clId="{AAC1D145-28A9-47E6-BFDF-A0EF4F11F2A5}" dt="2026-02-09T05:53:19.135" v="950" actId="255"/>
          <ac:spMkLst>
            <pc:docMk/>
            <pc:sldMk cId="3242645325" sldId="326"/>
            <ac:spMk id="4" creationId="{EE0AB28C-D3C5-6845-7AA8-456EC1315FE2}"/>
          </ac:spMkLst>
        </pc:spChg>
        <pc:spChg chg="add del mod">
          <ac:chgData name="Sirem Kaci" userId="67735be8-ceee-46c7-9b92-74557f4d17cd" providerId="ADAL" clId="{AAC1D145-28A9-47E6-BFDF-A0EF4F11F2A5}" dt="2026-02-09T05:49:53.698" v="857" actId="931"/>
          <ac:spMkLst>
            <pc:docMk/>
            <pc:sldMk cId="3242645325" sldId="326"/>
            <ac:spMk id="5" creationId="{7E32331B-5FD9-78C6-BDB2-9ED9D06CF16C}"/>
          </ac:spMkLst>
        </pc:spChg>
        <pc:picChg chg="del">
          <ac:chgData name="Sirem Kaci" userId="67735be8-ceee-46c7-9b92-74557f4d17cd" providerId="ADAL" clId="{AAC1D145-28A9-47E6-BFDF-A0EF4F11F2A5}" dt="2026-02-09T05:49:44.037" v="856" actId="478"/>
          <ac:picMkLst>
            <pc:docMk/>
            <pc:sldMk cId="3242645325" sldId="326"/>
            <ac:picMk id="7" creationId="{29FF80D8-C7D8-F10A-9863-DEF40ED1E307}"/>
          </ac:picMkLst>
        </pc:picChg>
        <pc:picChg chg="add mod">
          <ac:chgData name="Sirem Kaci" userId="67735be8-ceee-46c7-9b92-74557f4d17cd" providerId="ADAL" clId="{AAC1D145-28A9-47E6-BFDF-A0EF4F11F2A5}" dt="2026-02-09T05:53:35.149" v="954" actId="14100"/>
          <ac:picMkLst>
            <pc:docMk/>
            <pc:sldMk cId="3242645325" sldId="326"/>
            <ac:picMk id="8" creationId="{F6D6BA25-D4CA-3764-8C83-652893FA07E1}"/>
          </ac:picMkLst>
        </pc:picChg>
      </pc:sldChg>
      <pc:sldChg chg="addSp delSp modSp add mod">
        <pc:chgData name="Sirem Kaci" userId="67735be8-ceee-46c7-9b92-74557f4d17cd" providerId="ADAL" clId="{AAC1D145-28A9-47E6-BFDF-A0EF4F11F2A5}" dt="2026-02-10T00:32:10.852" v="1701" actId="1076"/>
        <pc:sldMkLst>
          <pc:docMk/>
          <pc:sldMk cId="1858211787" sldId="327"/>
        </pc:sldMkLst>
        <pc:spChg chg="add">
          <ac:chgData name="Sirem Kaci" userId="67735be8-ceee-46c7-9b92-74557f4d17cd" providerId="ADAL" clId="{AAC1D145-28A9-47E6-BFDF-A0EF4F11F2A5}" dt="2026-02-09T18:17:08.508" v="1001"/>
          <ac:spMkLst>
            <pc:docMk/>
            <pc:sldMk cId="1858211787" sldId="327"/>
            <ac:spMk id="3" creationId="{3574489D-8BAF-05D0-970B-6CC32D003AB2}"/>
          </ac:spMkLst>
        </pc:spChg>
        <pc:spChg chg="mod">
          <ac:chgData name="Sirem Kaci" userId="67735be8-ceee-46c7-9b92-74557f4d17cd" providerId="ADAL" clId="{AAC1D145-28A9-47E6-BFDF-A0EF4F11F2A5}" dt="2026-02-09T18:23:58.577" v="1184" actId="1076"/>
          <ac:spMkLst>
            <pc:docMk/>
            <pc:sldMk cId="1858211787" sldId="327"/>
            <ac:spMk id="4" creationId="{42922587-E472-2E96-BF70-743B2EB42B64}"/>
          </ac:spMkLst>
        </pc:spChg>
        <pc:spChg chg="add">
          <ac:chgData name="Sirem Kaci" userId="67735be8-ceee-46c7-9b92-74557f4d17cd" providerId="ADAL" clId="{AAC1D145-28A9-47E6-BFDF-A0EF4F11F2A5}" dt="2026-02-09T18:17:12.791" v="1004"/>
          <ac:spMkLst>
            <pc:docMk/>
            <pc:sldMk cId="1858211787" sldId="327"/>
            <ac:spMk id="5" creationId="{CD6E9F76-9DD0-E206-B524-E902318331D8}"/>
          </ac:spMkLst>
        </pc:spChg>
        <pc:spChg chg="add del mod">
          <ac:chgData name="Sirem Kaci" userId="67735be8-ceee-46c7-9b92-74557f4d17cd" providerId="ADAL" clId="{AAC1D145-28A9-47E6-BFDF-A0EF4F11F2A5}" dt="2026-02-09T18:22:40.617" v="1165" actId="931"/>
          <ac:spMkLst>
            <pc:docMk/>
            <pc:sldMk cId="1858211787" sldId="327"/>
            <ac:spMk id="7" creationId="{9478484D-7003-D4D9-D933-C92FF4F18E48}"/>
          </ac:spMkLst>
        </pc:spChg>
        <pc:picChg chg="add mod">
          <ac:chgData name="Sirem Kaci" userId="67735be8-ceee-46c7-9b92-74557f4d17cd" providerId="ADAL" clId="{AAC1D145-28A9-47E6-BFDF-A0EF4F11F2A5}" dt="2026-02-10T00:32:10.852" v="1701" actId="1076"/>
          <ac:picMkLst>
            <pc:docMk/>
            <pc:sldMk cId="1858211787" sldId="327"/>
            <ac:picMk id="10" creationId="{B5F456B4-063C-B24B-94F8-9731480F16F7}"/>
          </ac:picMkLst>
        </pc:picChg>
        <pc:picChg chg="del mod">
          <ac:chgData name="Sirem Kaci" userId="67735be8-ceee-46c7-9b92-74557f4d17cd" providerId="ADAL" clId="{AAC1D145-28A9-47E6-BFDF-A0EF4F11F2A5}" dt="2026-02-09T18:22:34.899" v="1164" actId="478"/>
          <ac:picMkLst>
            <pc:docMk/>
            <pc:sldMk cId="1858211787" sldId="327"/>
            <ac:picMk id="11" creationId="{E6D4E5E1-B7AB-C1AB-5AA7-3AA5F6B0CBCC}"/>
          </ac:picMkLst>
        </pc:picChg>
      </pc:sldChg>
      <pc:sldChg chg="addSp delSp modSp add mod ord">
        <pc:chgData name="Sirem Kaci" userId="67735be8-ceee-46c7-9b92-74557f4d17cd" providerId="ADAL" clId="{AAC1D145-28A9-47E6-BFDF-A0EF4F11F2A5}" dt="2026-02-09T19:00:04.592" v="1284" actId="14100"/>
        <pc:sldMkLst>
          <pc:docMk/>
          <pc:sldMk cId="1995359183" sldId="328"/>
        </pc:sldMkLst>
        <pc:spChg chg="mod">
          <ac:chgData name="Sirem Kaci" userId="67735be8-ceee-46c7-9b92-74557f4d17cd" providerId="ADAL" clId="{AAC1D145-28A9-47E6-BFDF-A0EF4F11F2A5}" dt="2026-02-09T18:54:39.071" v="1264" actId="255"/>
          <ac:spMkLst>
            <pc:docMk/>
            <pc:sldMk cId="1995359183" sldId="328"/>
            <ac:spMk id="2" creationId="{482C6201-06E9-BD56-38FD-AF0B522AD6DA}"/>
          </ac:spMkLst>
        </pc:spChg>
        <pc:spChg chg="del">
          <ac:chgData name="Sirem Kaci" userId="67735be8-ceee-46c7-9b92-74557f4d17cd" providerId="ADAL" clId="{AAC1D145-28A9-47E6-BFDF-A0EF4F11F2A5}" dt="2026-02-09T18:59:42.729" v="1281" actId="478"/>
          <ac:spMkLst>
            <pc:docMk/>
            <pc:sldMk cId="1995359183" sldId="328"/>
            <ac:spMk id="4" creationId="{A4AF3322-4A04-D154-8041-D248545AAD33}"/>
          </ac:spMkLst>
        </pc:spChg>
        <pc:spChg chg="add del mod">
          <ac:chgData name="Sirem Kaci" userId="67735be8-ceee-46c7-9b92-74557f4d17cd" providerId="ADAL" clId="{AAC1D145-28A9-47E6-BFDF-A0EF4F11F2A5}" dt="2026-02-09T18:56:52.151" v="1266" actId="931"/>
          <ac:spMkLst>
            <pc:docMk/>
            <pc:sldMk cId="1995359183" sldId="328"/>
            <ac:spMk id="5" creationId="{F942ED1B-7D53-6C3A-9246-9899E7FEF374}"/>
          </ac:spMkLst>
        </pc:spChg>
        <pc:spChg chg="add del mod">
          <ac:chgData name="Sirem Kaci" userId="67735be8-ceee-46c7-9b92-74557f4d17cd" providerId="ADAL" clId="{AAC1D145-28A9-47E6-BFDF-A0EF4F11F2A5}" dt="2026-02-09T18:58:18.044" v="1275" actId="931"/>
          <ac:spMkLst>
            <pc:docMk/>
            <pc:sldMk cId="1995359183" sldId="328"/>
            <ac:spMk id="11" creationId="{3516E52E-57EE-AB21-137D-665C2F575B49}"/>
          </ac:spMkLst>
        </pc:spChg>
        <pc:spChg chg="add del mod">
          <ac:chgData name="Sirem Kaci" userId="67735be8-ceee-46c7-9b92-74557f4d17cd" providerId="ADAL" clId="{AAC1D145-28A9-47E6-BFDF-A0EF4F11F2A5}" dt="2026-02-09T18:59:51.516" v="1282" actId="478"/>
          <ac:spMkLst>
            <pc:docMk/>
            <pc:sldMk cId="1995359183" sldId="328"/>
            <ac:spMk id="15" creationId="{588F3262-D850-9D77-7C33-09B90487EE14}"/>
          </ac:spMkLst>
        </pc:spChg>
        <pc:picChg chg="del">
          <ac:chgData name="Sirem Kaci" userId="67735be8-ceee-46c7-9b92-74557f4d17cd" providerId="ADAL" clId="{AAC1D145-28A9-47E6-BFDF-A0EF4F11F2A5}" dt="2026-02-09T18:56:39.885" v="1265" actId="478"/>
          <ac:picMkLst>
            <pc:docMk/>
            <pc:sldMk cId="1995359183" sldId="328"/>
            <ac:picMk id="7" creationId="{0DB954C7-CB53-A852-0705-404F83974CBB}"/>
          </ac:picMkLst>
        </pc:picChg>
        <pc:picChg chg="add del mod">
          <ac:chgData name="Sirem Kaci" userId="67735be8-ceee-46c7-9b92-74557f4d17cd" providerId="ADAL" clId="{AAC1D145-28A9-47E6-BFDF-A0EF4F11F2A5}" dt="2026-02-09T18:58:10.413" v="1274" actId="478"/>
          <ac:picMkLst>
            <pc:docMk/>
            <pc:sldMk cId="1995359183" sldId="328"/>
            <ac:picMk id="8" creationId="{F9D548FE-1F0D-9257-DF82-2B97FDCB3E64}"/>
          </ac:picMkLst>
        </pc:picChg>
        <pc:picChg chg="add mod">
          <ac:chgData name="Sirem Kaci" userId="67735be8-ceee-46c7-9b92-74557f4d17cd" providerId="ADAL" clId="{AAC1D145-28A9-47E6-BFDF-A0EF4F11F2A5}" dt="2026-02-09T19:00:04.592" v="1284" actId="14100"/>
          <ac:picMkLst>
            <pc:docMk/>
            <pc:sldMk cId="1995359183" sldId="328"/>
            <ac:picMk id="13" creationId="{A3FE2263-3CF9-1464-6BA7-C4A766C8086E}"/>
          </ac:picMkLst>
        </pc:picChg>
      </pc:sldChg>
      <pc:sldChg chg="addSp delSp modSp add mod ord">
        <pc:chgData name="Sirem Kaci" userId="67735be8-ceee-46c7-9b92-74557f4d17cd" providerId="ADAL" clId="{AAC1D145-28A9-47E6-BFDF-A0EF4F11F2A5}" dt="2026-02-09T19:14:08.376" v="1356" actId="14100"/>
        <pc:sldMkLst>
          <pc:docMk/>
          <pc:sldMk cId="3799374922" sldId="329"/>
        </pc:sldMkLst>
        <pc:spChg chg="del mod">
          <ac:chgData name="Sirem Kaci" userId="67735be8-ceee-46c7-9b92-74557f4d17cd" providerId="ADAL" clId="{AAC1D145-28A9-47E6-BFDF-A0EF4F11F2A5}" dt="2026-02-09T19:04:21.529" v="1303" actId="478"/>
          <ac:spMkLst>
            <pc:docMk/>
            <pc:sldMk cId="3799374922" sldId="329"/>
            <ac:spMk id="4" creationId="{BE7829DE-831B-9D8F-FBB7-9CE62BA98AEF}"/>
          </ac:spMkLst>
        </pc:spChg>
        <pc:spChg chg="add del mod">
          <ac:chgData name="Sirem Kaci" userId="67735be8-ceee-46c7-9b92-74557f4d17cd" providerId="ADAL" clId="{AAC1D145-28A9-47E6-BFDF-A0EF4F11F2A5}" dt="2026-02-09T19:03:26.121" v="1294" actId="931"/>
          <ac:spMkLst>
            <pc:docMk/>
            <pc:sldMk cId="3799374922" sldId="329"/>
            <ac:spMk id="5" creationId="{D5B6F0ED-29CF-E703-DC0B-59D6BFA16C46}"/>
          </ac:spMkLst>
        </pc:spChg>
        <pc:spChg chg="add">
          <ac:chgData name="Sirem Kaci" userId="67735be8-ceee-46c7-9b92-74557f4d17cd" providerId="ADAL" clId="{AAC1D145-28A9-47E6-BFDF-A0EF4F11F2A5}" dt="2026-02-09T19:04:08.586" v="1302"/>
          <ac:spMkLst>
            <pc:docMk/>
            <pc:sldMk cId="3799374922" sldId="329"/>
            <ac:spMk id="10" creationId="{58CAE5AA-A3E2-B1F8-5217-9CB7DC78D85F}"/>
          </ac:spMkLst>
        </pc:spChg>
        <pc:spChg chg="add mod">
          <ac:chgData name="Sirem Kaci" userId="67735be8-ceee-46c7-9b92-74557f4d17cd" providerId="ADAL" clId="{AAC1D145-28A9-47E6-BFDF-A0EF4F11F2A5}" dt="2026-02-09T19:07:11.695" v="1354" actId="113"/>
          <ac:spMkLst>
            <pc:docMk/>
            <pc:sldMk cId="3799374922" sldId="329"/>
            <ac:spMk id="11" creationId="{F513C8B6-4011-F9F0-D021-367F2465AD9B}"/>
          </ac:spMkLst>
        </pc:spChg>
        <pc:spChg chg="add">
          <ac:chgData name="Sirem Kaci" userId="67735be8-ceee-46c7-9b92-74557f4d17cd" providerId="ADAL" clId="{AAC1D145-28A9-47E6-BFDF-A0EF4F11F2A5}" dt="2026-02-09T19:04:49.718" v="1307"/>
          <ac:spMkLst>
            <pc:docMk/>
            <pc:sldMk cId="3799374922" sldId="329"/>
            <ac:spMk id="12" creationId="{71568050-3960-E62F-BA34-22BB2BF35E84}"/>
          </ac:spMkLst>
        </pc:spChg>
        <pc:spChg chg="add">
          <ac:chgData name="Sirem Kaci" userId="67735be8-ceee-46c7-9b92-74557f4d17cd" providerId="ADAL" clId="{AAC1D145-28A9-47E6-BFDF-A0EF4F11F2A5}" dt="2026-02-09T19:04:55.298" v="1315"/>
          <ac:spMkLst>
            <pc:docMk/>
            <pc:sldMk cId="3799374922" sldId="329"/>
            <ac:spMk id="13" creationId="{A4045B93-1BD9-550B-A5E2-DF0BA78FA819}"/>
          </ac:spMkLst>
        </pc:spChg>
        <pc:picChg chg="add mod">
          <ac:chgData name="Sirem Kaci" userId="67735be8-ceee-46c7-9b92-74557f4d17cd" providerId="ADAL" clId="{AAC1D145-28A9-47E6-BFDF-A0EF4F11F2A5}" dt="2026-02-09T19:14:08.376" v="1356" actId="14100"/>
          <ac:picMkLst>
            <pc:docMk/>
            <pc:sldMk cId="3799374922" sldId="329"/>
            <ac:picMk id="7" creationId="{0700F70C-351F-66A2-D3AE-6625B38F3F66}"/>
          </ac:picMkLst>
        </pc:picChg>
        <pc:picChg chg="del">
          <ac:chgData name="Sirem Kaci" userId="67735be8-ceee-46c7-9b92-74557f4d17cd" providerId="ADAL" clId="{AAC1D145-28A9-47E6-BFDF-A0EF4F11F2A5}" dt="2026-02-09T19:03:18.942" v="1293" actId="478"/>
          <ac:picMkLst>
            <pc:docMk/>
            <pc:sldMk cId="3799374922" sldId="329"/>
            <ac:picMk id="8" creationId="{7DA34E73-B902-5CAA-E0EB-9CE3E4D3917C}"/>
          </ac:picMkLst>
        </pc:picChg>
      </pc:sldChg>
      <pc:sldChg chg="addSp delSp modSp add mod ord">
        <pc:chgData name="Sirem Kaci" userId="67735be8-ceee-46c7-9b92-74557f4d17cd" providerId="ADAL" clId="{AAC1D145-28A9-47E6-BFDF-A0EF4F11F2A5}" dt="2026-02-09T20:33:56.013" v="1413" actId="1076"/>
        <pc:sldMkLst>
          <pc:docMk/>
          <pc:sldMk cId="1506086221" sldId="330"/>
        </pc:sldMkLst>
        <pc:spChg chg="mod">
          <ac:chgData name="Sirem Kaci" userId="67735be8-ceee-46c7-9b92-74557f4d17cd" providerId="ADAL" clId="{AAC1D145-28A9-47E6-BFDF-A0EF4F11F2A5}" dt="2026-02-09T20:25:21.589" v="1400" actId="27636"/>
          <ac:spMkLst>
            <pc:docMk/>
            <pc:sldMk cId="1506086221" sldId="330"/>
            <ac:spMk id="2" creationId="{9D331394-DF2B-FF98-AAD8-3C0E6274B705}"/>
          </ac:spMkLst>
        </pc:spChg>
        <pc:spChg chg="add del mod">
          <ac:chgData name="Sirem Kaci" userId="67735be8-ceee-46c7-9b92-74557f4d17cd" providerId="ADAL" clId="{AAC1D145-28A9-47E6-BFDF-A0EF4F11F2A5}" dt="2026-02-09T20:24:06.288" v="1391" actId="931"/>
          <ac:spMkLst>
            <pc:docMk/>
            <pc:sldMk cId="1506086221" sldId="330"/>
            <ac:spMk id="4" creationId="{37AF190D-23D6-8CAD-7098-4310F3BE230C}"/>
          </ac:spMkLst>
        </pc:spChg>
        <pc:spChg chg="mod">
          <ac:chgData name="Sirem Kaci" userId="67735be8-ceee-46c7-9b92-74557f4d17cd" providerId="ADAL" clId="{AAC1D145-28A9-47E6-BFDF-A0EF4F11F2A5}" dt="2026-02-09T20:33:56.013" v="1413" actId="1076"/>
          <ac:spMkLst>
            <pc:docMk/>
            <pc:sldMk cId="1506086221" sldId="330"/>
            <ac:spMk id="11" creationId="{176C56D2-C35D-FA7C-32A9-B71B9656DC35}"/>
          </ac:spMkLst>
        </pc:spChg>
        <pc:picChg chg="add mod">
          <ac:chgData name="Sirem Kaci" userId="67735be8-ceee-46c7-9b92-74557f4d17cd" providerId="ADAL" clId="{AAC1D145-28A9-47E6-BFDF-A0EF4F11F2A5}" dt="2026-02-09T20:24:32.367" v="1398" actId="14100"/>
          <ac:picMkLst>
            <pc:docMk/>
            <pc:sldMk cId="1506086221" sldId="330"/>
            <ac:picMk id="6" creationId="{0D2288A5-588D-9BBB-AFFC-F257CEF531E1}"/>
          </ac:picMkLst>
        </pc:picChg>
        <pc:picChg chg="del">
          <ac:chgData name="Sirem Kaci" userId="67735be8-ceee-46c7-9b92-74557f4d17cd" providerId="ADAL" clId="{AAC1D145-28A9-47E6-BFDF-A0EF4F11F2A5}" dt="2026-02-09T20:23:56.524" v="1390" actId="478"/>
          <ac:picMkLst>
            <pc:docMk/>
            <pc:sldMk cId="1506086221" sldId="330"/>
            <ac:picMk id="7" creationId="{AE8735E7-EB85-8886-1E89-26C788A2C671}"/>
          </ac:picMkLst>
        </pc:picChg>
      </pc:sldChg>
      <pc:sldChg chg="modSp add mod">
        <pc:chgData name="Sirem Kaci" userId="67735be8-ceee-46c7-9b92-74557f4d17cd" providerId="ADAL" clId="{AAC1D145-28A9-47E6-BFDF-A0EF4F11F2A5}" dt="2026-02-09T21:18:55.887" v="1609" actId="20577"/>
        <pc:sldMkLst>
          <pc:docMk/>
          <pc:sldMk cId="3749443999" sldId="331"/>
        </pc:sldMkLst>
        <pc:spChg chg="mod">
          <ac:chgData name="Sirem Kaci" userId="67735be8-ceee-46c7-9b92-74557f4d17cd" providerId="ADAL" clId="{AAC1D145-28A9-47E6-BFDF-A0EF4F11F2A5}" dt="2026-02-09T21:18:55.887" v="1609" actId="20577"/>
          <ac:spMkLst>
            <pc:docMk/>
            <pc:sldMk cId="3749443999" sldId="331"/>
            <ac:spMk id="2" creationId="{63BE26F9-A32E-6647-3C75-221E1821B170}"/>
          </ac:spMkLst>
        </pc:spChg>
        <pc:picChg chg="mod">
          <ac:chgData name="Sirem Kaci" userId="67735be8-ceee-46c7-9b92-74557f4d17cd" providerId="ADAL" clId="{AAC1D145-28A9-47E6-BFDF-A0EF4F11F2A5}" dt="2026-02-09T21:02:38.225" v="1464" actId="14826"/>
          <ac:picMkLst>
            <pc:docMk/>
            <pc:sldMk cId="3749443999" sldId="331"/>
            <ac:picMk id="8" creationId="{E3819288-5CE6-37DB-882E-B156339139B9}"/>
          </ac:picMkLst>
        </pc:picChg>
        <pc:picChg chg="mod">
          <ac:chgData name="Sirem Kaci" userId="67735be8-ceee-46c7-9b92-74557f4d17cd" providerId="ADAL" clId="{AAC1D145-28A9-47E6-BFDF-A0EF4F11F2A5}" dt="2026-02-09T21:02:29.141" v="1463" actId="1076"/>
          <ac:picMkLst>
            <pc:docMk/>
            <pc:sldMk cId="3749443999" sldId="331"/>
            <ac:picMk id="11" creationId="{275009FB-6276-347F-34EE-5B103B0C5555}"/>
          </ac:picMkLst>
        </pc:picChg>
      </pc:sldChg>
      <pc:sldChg chg="modSp add mod ord">
        <pc:chgData name="Sirem Kaci" userId="67735be8-ceee-46c7-9b92-74557f4d17cd" providerId="ADAL" clId="{AAC1D145-28A9-47E6-BFDF-A0EF4F11F2A5}" dt="2026-02-10T00:11:14.304" v="1621" actId="14826"/>
        <pc:sldMkLst>
          <pc:docMk/>
          <pc:sldMk cId="2989460367" sldId="332"/>
        </pc:sldMkLst>
        <pc:spChg chg="mod">
          <ac:chgData name="Sirem Kaci" userId="67735be8-ceee-46c7-9b92-74557f4d17cd" providerId="ADAL" clId="{AAC1D145-28A9-47E6-BFDF-A0EF4F11F2A5}" dt="2026-02-09T21:19:29.696" v="1616" actId="20577"/>
          <ac:spMkLst>
            <pc:docMk/>
            <pc:sldMk cId="2989460367" sldId="332"/>
            <ac:spMk id="2" creationId="{B36D67C1-57CA-21E2-40D7-9DA899165A2E}"/>
          </ac:spMkLst>
        </pc:spChg>
        <pc:picChg chg="mod">
          <ac:chgData name="Sirem Kaci" userId="67735be8-ceee-46c7-9b92-74557f4d17cd" providerId="ADAL" clId="{AAC1D145-28A9-47E6-BFDF-A0EF4F11F2A5}" dt="2026-02-10T00:11:05.265" v="1620" actId="14826"/>
          <ac:picMkLst>
            <pc:docMk/>
            <pc:sldMk cId="2989460367" sldId="332"/>
            <ac:picMk id="8" creationId="{757DB4C5-A6E6-3949-B486-F0A637B28E6A}"/>
          </ac:picMkLst>
        </pc:picChg>
        <pc:picChg chg="mod">
          <ac:chgData name="Sirem Kaci" userId="67735be8-ceee-46c7-9b92-74557f4d17cd" providerId="ADAL" clId="{AAC1D145-28A9-47E6-BFDF-A0EF4F11F2A5}" dt="2026-02-10T00:11:14.304" v="1621" actId="14826"/>
          <ac:picMkLst>
            <pc:docMk/>
            <pc:sldMk cId="2989460367" sldId="332"/>
            <ac:picMk id="11" creationId="{BCBED384-DFD5-5D4C-ACED-69C1DDE7E443}"/>
          </ac:picMkLst>
        </pc:picChg>
      </pc:sldChg>
      <pc:sldChg chg="delSp modSp add mod ord">
        <pc:chgData name="Sirem Kaci" userId="67735be8-ceee-46c7-9b92-74557f4d17cd" providerId="ADAL" clId="{AAC1D145-28A9-47E6-BFDF-A0EF4F11F2A5}" dt="2026-02-10T00:20:18.398" v="1641" actId="20577"/>
        <pc:sldMkLst>
          <pc:docMk/>
          <pc:sldMk cId="3927659605" sldId="333"/>
        </pc:sldMkLst>
        <pc:spChg chg="mod">
          <ac:chgData name="Sirem Kaci" userId="67735be8-ceee-46c7-9b92-74557f4d17cd" providerId="ADAL" clId="{AAC1D145-28A9-47E6-BFDF-A0EF4F11F2A5}" dt="2026-02-10T00:20:18.398" v="1641" actId="20577"/>
          <ac:spMkLst>
            <pc:docMk/>
            <pc:sldMk cId="3927659605" sldId="333"/>
            <ac:spMk id="2" creationId="{F3405048-E671-A899-7EF8-8938F1C129CE}"/>
          </ac:spMkLst>
        </pc:spChg>
        <pc:picChg chg="mod">
          <ac:chgData name="Sirem Kaci" userId="67735be8-ceee-46c7-9b92-74557f4d17cd" providerId="ADAL" clId="{AAC1D145-28A9-47E6-BFDF-A0EF4F11F2A5}" dt="2026-02-10T00:20:11.034" v="1637" actId="1076"/>
          <ac:picMkLst>
            <pc:docMk/>
            <pc:sldMk cId="3927659605" sldId="333"/>
            <ac:picMk id="8" creationId="{95E9DA27-5488-9CF5-D04E-6004AF30AE96}"/>
          </ac:picMkLst>
        </pc:picChg>
        <pc:picChg chg="del mod">
          <ac:chgData name="Sirem Kaci" userId="67735be8-ceee-46c7-9b92-74557f4d17cd" providerId="ADAL" clId="{AAC1D145-28A9-47E6-BFDF-A0EF4F11F2A5}" dt="2026-02-10T00:20:02.321" v="1632" actId="478"/>
          <ac:picMkLst>
            <pc:docMk/>
            <pc:sldMk cId="3927659605" sldId="333"/>
            <ac:picMk id="11" creationId="{BDC0026A-7AAF-1F18-A3B3-CBEE132AB50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96F3730-8562-4D7F-A2D1-B258C4FC42CB}" type="datetime1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B237-C4D2-43EE-AC18-AA163EB3D7BC}" type="datetime1">
              <a:rPr lang="fr-FR" smtClean="0"/>
              <a:pPr/>
              <a:t>11/02/2026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01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120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69761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.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12381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68038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59401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0794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468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81631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18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1538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8E7C-C33F-2C08-60B9-740F06C00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26C560B-EB53-623F-07C8-6EDA8C2A5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84635CD-6DD4-B099-1911-460389857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5A8AFA-C460-B8AA-6040-824EB0854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336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580C-8C95-EA44-586A-F62EE75D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709D6B3-B6E9-C69B-7E7A-267E9C7D7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8E8DBF-F934-4F94-1A6B-F31D583CD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90D92C-585E-8260-D0D9-5F3F91E2D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428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28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13228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236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8" name="Graphisme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sme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TITRE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34" name="Espace réservé du texte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5" name="Espace réservé du texte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6" name="Espace réservé du texte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7" name="Espace réservé du texte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1" name="Espace réservé du texte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2" name="Espace réservé du texte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u texte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4" name="Espace réservé du texte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sme 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sme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8" name="Espace réservé du texte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pic>
        <p:nvPicPr>
          <p:cNvPr id="2" name="Graphisme 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pic>
        <p:nvPicPr>
          <p:cNvPr id="5" name="Graphisme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sme 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s marché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sme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sme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ce réservé du contenu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sme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7" name="Espace réservé du texte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8" name="Espace réservé du texte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phique et tablea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au graphique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4" name="Espace réservé du texte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6" name="Espace réservé du texte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9" name="Espace réservé du texte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0" name="Espace réservé du texte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ce réservé de la date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37" name="Espace réservé du pied de page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38" name="Espace réservé du numéro de diapositiv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 graphique SmartArt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4 person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8 personne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5" name="Espace réservé d’imag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6" name="Espace réservé d’imag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7" name="Espace réservé d’imag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58" name="Espace réservé d’imag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2" name="Espace réservé du texte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0" name="Espace réservé du texte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1" name="Espace réservé du texte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5" name="Espace réservé du texte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3" name="Graphisme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sme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4" name="Espace réservé du contenu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5" name="Espace réservé du contenu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6" name="Graphisme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4026" y="2993923"/>
            <a:ext cx="4941771" cy="1709266"/>
          </a:xfrm>
        </p:spPr>
        <p:txBody>
          <a:bodyPr rtlCol="0"/>
          <a:lstStyle/>
          <a:p>
            <a:r>
              <a:rPr lang="fr-FR" sz="4000" dirty="0"/>
              <a:t>Détection de Fraude Carte de Crédit</a:t>
            </a:r>
            <a:endParaRPr lang="fr-FR" sz="4000" dirty="0">
              <a:effectLst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4027" y="4970206"/>
            <a:ext cx="4941770" cy="1209368"/>
          </a:xfrm>
        </p:spPr>
        <p:txBody>
          <a:bodyPr rtlCol="0">
            <a:noAutofit/>
          </a:bodyPr>
          <a:lstStyle/>
          <a:p>
            <a:pPr rtl="0"/>
            <a:b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Aissa Cheroufa</a:t>
            </a:r>
            <a:b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06714"/>
            <a:ext cx="3171825" cy="900666"/>
          </a:xfrm>
        </p:spPr>
        <p:txBody>
          <a:bodyPr rtlCol="0"/>
          <a:lstStyle/>
          <a:p>
            <a:r>
              <a:rPr lang="fr-FR" b="1" dirty="0"/>
              <a:t>Plan de la Présentation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endParaRPr lang="fr-FR" dirty="0"/>
          </a:p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endParaRPr lang="fr-FR" dirty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4D1A546-DAD9-EC3B-DD0B-E9A750FE5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3499" y="2246242"/>
            <a:ext cx="36219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fr-FR" altLang="fr-F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fr-F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Contexte du problème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2 - Exploration des données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3 - Transformations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4 - Nouvelles variables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5 - Split et </a:t>
            </a:r>
            <a:r>
              <a:rPr lang="fr-FR" altLang="fr-F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estion du déséquilibre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Trois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modèles + comparaison finale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6 - Validation du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final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7 - Conclusion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graphique SmartArt 1">
            <a:extLst>
              <a:ext uri="{FF2B5EF4-FFF2-40B4-BE49-F238E27FC236}">
                <a16:creationId xmlns:a16="http://schemas.microsoft.com/office/drawing/2014/main" id="{FC73DE0B-6CCF-FE3E-9DF0-4120B134A26B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846439"/>
            <a:ext cx="10515600" cy="2241755"/>
          </a:xfrm>
        </p:spPr>
        <p:txBody>
          <a:bodyPr>
            <a:normAutofit fontScale="92500" lnSpcReduction="20000"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Fraude carte bancaire : Transactions frauduleuses et anormales.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Impact : Pertes financières pour les clients et les banques.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Nécessité : Une détection automatique et rapide.</a:t>
            </a:r>
            <a:br>
              <a:rPr lang="fr-FR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5209933-D564-68E0-6BEB-07A59C1A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 au Problème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DF9781-8BCC-7D7E-C156-0F14EF1B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5677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D47E8-B21D-9A0E-12FA-B79BDD401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graphique SmartArt 1">
            <a:extLst>
              <a:ext uri="{FF2B5EF4-FFF2-40B4-BE49-F238E27FC236}">
                <a16:creationId xmlns:a16="http://schemas.microsoft.com/office/drawing/2014/main" id="{566C2ABD-6666-2640-795F-9CC9157AC36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846439"/>
            <a:ext cx="10515600" cy="2241755"/>
          </a:xfrm>
        </p:spPr>
        <p:txBody>
          <a:bodyPr>
            <a:normAutofit fontScale="62500" lnSpcReduction="20000"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Problème de 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classification binaire supervisée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Variable cible :</a:t>
            </a: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            - Class = 0 : transaction légitime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            - Class = 1 : transaction frauduleuse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Enjeu : Très faible proportion de fraudes qui rends la détection difficile.</a:t>
            </a:r>
            <a:br>
              <a:rPr lang="fr-FR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0CBE612-9F18-79AD-B27C-DD2F2DBC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Type de tâche :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29C064-3319-5013-0CCF-7C5769DC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8030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41ED-2DB4-417E-FCFB-4C0A8DEF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graphique SmartArt 1">
            <a:extLst>
              <a:ext uri="{FF2B5EF4-FFF2-40B4-BE49-F238E27FC236}">
                <a16:creationId xmlns:a16="http://schemas.microsoft.com/office/drawing/2014/main" id="{6BFB3986-7D18-8A53-3946-E9AA75FBC067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407982"/>
            <a:ext cx="10515600" cy="3697645"/>
          </a:xfrm>
        </p:spPr>
        <p:txBody>
          <a:bodyPr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Classifier les transactions en frauduleuses ou légitimes.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Utiliser des techniques de Machine Learning.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Gérer le déséquilibre des classes dans les données.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Comparer les performances des modèles.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0E01F63-7EAB-D9A7-DF76-302F6FB4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Objectifs du Projet</a:t>
            </a:r>
            <a:br>
              <a:rPr lang="fr-FR" sz="4000" dirty="0"/>
            </a:br>
            <a:br>
              <a:rPr lang="fr-FR" dirty="0"/>
            </a:b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109F7E-A598-7517-ECA3-B99FB320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3720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22242-3CD1-9E2C-80F8-15522A28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304C7C-D09B-3467-517A-73E61500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</a:t>
            </a:r>
            <a: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  <a:t>Exploration des données</a:t>
            </a:r>
            <a:endParaRPr lang="fr-FR" sz="3200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0A1D578E-B026-BA7D-D5A3-0B224112EBB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89988" y="1720082"/>
            <a:ext cx="6094270" cy="4636267"/>
          </a:xfrm>
        </p:spPr>
        <p:txBody>
          <a:bodyPr>
            <a:normAutofit fontScale="92500" lnSpcReduction="10000"/>
          </a:bodyPr>
          <a:lstStyle/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Source : 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Kaggle – Credit Card Fraud Detection (ULB).</a:t>
            </a:r>
            <a:b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Taille : 284 807 transactions.</a:t>
            </a:r>
            <a:b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Colonnes : 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Time, Amount, V1 à V28, Class</a:t>
            </a:r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Distribution : 99,83 % légitimes, 0,17 % frauduleuses.</a:t>
            </a:r>
            <a:b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Aucune valeur manquante.</a:t>
            </a:r>
            <a:b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Doublons conservés (transactions réelles)</a:t>
            </a: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0F4EEE8F-6075-4DC0-CFBB-F5452AFEA5A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 l="6889" r="5107"/>
          <a:stretch>
            <a:fillRect/>
          </a:stretch>
        </p:blipFill>
        <p:spPr>
          <a:xfrm>
            <a:off x="7034979" y="1945366"/>
            <a:ext cx="4822723" cy="3743352"/>
          </a:xfr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0EE114D-02A7-7651-7478-E10CD101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75505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BE128-E037-5813-96EC-79071563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A5D740-C31F-970C-ED25-150D9F05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</a:t>
            </a:r>
            <a: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  <a:t>Exploration des données</a:t>
            </a:r>
            <a:endParaRPr lang="fr-FR" sz="3200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42922587-E472-2E96-BF70-743B2EB42B64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89988" y="2494208"/>
            <a:ext cx="5406012" cy="264566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</a:p>
          <a:p>
            <a:pPr marL="0" indent="0">
              <a:buNone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Distribution fortement asymétrique.</a:t>
            </a:r>
          </a:p>
          <a:p>
            <a:pPr marL="0" indent="0">
              <a:buNone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Médiane ≪ moyenne.</a:t>
            </a:r>
            <a:b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Présence de valeurs extrêmes.</a:t>
            </a:r>
          </a:p>
          <a:p>
            <a:pPr marL="0" indent="0">
              <a:buNone/>
            </a:pP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Time : </a:t>
            </a:r>
          </a:p>
          <a:p>
            <a:pPr marL="0" indent="0">
              <a:buNone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Répartition continue sur plusieurs jours.</a:t>
            </a:r>
            <a:b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Utilisé pour analyser les patterns temporels.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D411CA2-D517-D9D7-213B-CAF9299F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7</a:t>
            </a:fld>
            <a:endParaRPr lang="fr-FR" noProof="0"/>
          </a:p>
        </p:txBody>
      </p:sp>
      <p:pic>
        <p:nvPicPr>
          <p:cNvPr id="10" name="Espace réservé du contenu 9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B5F456B4-063C-B24B-94F8-9731480F16F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315457" y="2915590"/>
            <a:ext cx="5038343" cy="1802900"/>
          </a:xfrm>
        </p:spPr>
      </p:pic>
    </p:spTree>
    <p:extLst>
      <p:ext uri="{BB962C8B-B14F-4D97-AF65-F5344CB8AC3E}">
        <p14:creationId xmlns:p14="http://schemas.microsoft.com/office/powerpoint/2010/main" val="185821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A7CB4-53B7-7205-E305-EAFE4E73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1025525"/>
            <a:ext cx="8421688" cy="1325563"/>
          </a:xfrm>
        </p:spPr>
        <p:txBody>
          <a:bodyPr>
            <a:normAutofit/>
          </a:bodyPr>
          <a:lstStyle/>
          <a:p>
            <a:pPr algn="ctr"/>
            <a:r>
              <a:rPr lang="fr-FR" sz="3400" b="1" dirty="0">
                <a:latin typeface="Calibri" panose="020F0502020204030204" pitchFamily="34" charset="0"/>
                <a:cs typeface="Calibri" panose="020F0502020204030204" pitchFamily="34" charset="0"/>
              </a:rPr>
              <a:t>Exploration des données</a:t>
            </a:r>
          </a:p>
        </p:txBody>
      </p:sp>
      <p:pic>
        <p:nvPicPr>
          <p:cNvPr id="11" name="Espace réservé du contenu 10" descr="Une image contenant texte, capture d’écran, gratte-ciel, diagramme&#10;&#10;Le contenu généré par l’IA peut être incorrect.">
            <a:extLst>
              <a:ext uri="{FF2B5EF4-FFF2-40B4-BE49-F238E27FC236}">
                <a16:creationId xmlns:a16="http://schemas.microsoft.com/office/drawing/2014/main" id="{EF9AA694-98CB-F919-818D-DCBEACF77B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338058" y="2610465"/>
            <a:ext cx="4114800" cy="3222010"/>
          </a:xfrm>
        </p:spPr>
      </p:pic>
      <p:pic>
        <p:nvPicPr>
          <p:cNvPr id="13" name="Espace réservé du contenu 1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F4C862FB-6BDA-9256-16DF-2F241B3E433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739142" y="2610465"/>
            <a:ext cx="4114800" cy="3222010"/>
          </a:xfrm>
        </p:spPr>
      </p:pic>
    </p:spTree>
    <p:extLst>
      <p:ext uri="{BB962C8B-B14F-4D97-AF65-F5344CB8AC3E}">
        <p14:creationId xmlns:p14="http://schemas.microsoft.com/office/powerpoint/2010/main" val="502595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7D04-D75E-AE52-98FF-D63D2D82D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graphique SmartArt 1">
            <a:extLst>
              <a:ext uri="{FF2B5EF4-FFF2-40B4-BE49-F238E27FC236}">
                <a16:creationId xmlns:a16="http://schemas.microsoft.com/office/drawing/2014/main" id="{32681344-6814-B1A6-F7E6-D08164FB5703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846439"/>
            <a:ext cx="10515600" cy="2241755"/>
          </a:xfrm>
        </p:spPr>
        <p:txBody>
          <a:bodyPr>
            <a:normAutofit fontScale="92500" lnSpcReduction="20000"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Déséquilibre extrême des classes.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Variables peu interprétables (PCA).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Distributions non adaptées aux modèles sans transformation.</a:t>
            </a:r>
            <a:br>
              <a:rPr lang="fr-FR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D0C74C-7D39-D506-F75E-37CA61B1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r>
              <a:rPr lang="fr-FR" sz="4000" b="1" dirty="0">
                <a:latin typeface="Calibri" panose="020F0502020204030204" pitchFamily="34" charset="0"/>
                <a:cs typeface="Calibri" panose="020F0502020204030204" pitchFamily="34" charset="0"/>
              </a:rPr>
              <a:t>Défis identifiés :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B8EA9A-628C-DD43-7C56-12E1942A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31510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fr-FR" sz="3400" dirty="0">
                <a:latin typeface="Calibri" panose="020F0502020204030204" pitchFamily="34" charset="0"/>
                <a:cs typeface="Calibri" panose="020F0502020204030204" pitchFamily="34" charset="0"/>
              </a:rPr>
              <a:t>Transformations</a:t>
            </a:r>
            <a:endParaRPr lang="fr-FR" sz="34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10E9-F163-F8E9-F608-6DFCA940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F8DEC-FB7E-4AAE-57DE-2084A41C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Préparation et transformations des variables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EE0AB28C-D3C5-6845-7AA8-456EC1315FE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08937" y="2286002"/>
            <a:ext cx="4908753" cy="3542143"/>
          </a:xfrm>
        </p:spPr>
        <p:txBody>
          <a:bodyPr>
            <a:normAutofit/>
          </a:bodyPr>
          <a:lstStyle/>
          <a:p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Transformation logarithmique de </a:t>
            </a:r>
            <a:r>
              <a:rPr lang="fr-FR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Réduction de l’asymétrie.</a:t>
            </a: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Distribution plus proche de la normale.</a:t>
            </a: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Amélioration de la stabilité des modèles.</a:t>
            </a: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Transformation temporelle de Time</a:t>
            </a: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Conversion en heures.</a:t>
            </a: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Meilleure interprétation du comportement des transactions.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D71DDD-45CE-53AA-605B-8EB4A3BF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11</a:t>
            </a:fld>
            <a:endParaRPr lang="fr-FR" noProof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6D6BA25-D4CA-3764-8C83-652893FA07E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829300" y="3360738"/>
            <a:ext cx="4768233" cy="957262"/>
          </a:xfrm>
        </p:spPr>
      </p:pic>
    </p:spTree>
    <p:extLst>
      <p:ext uri="{BB962C8B-B14F-4D97-AF65-F5344CB8AC3E}">
        <p14:creationId xmlns:p14="http://schemas.microsoft.com/office/powerpoint/2010/main" val="3242645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88B10-A8DF-15BF-BE7B-B34C4C29C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D52DD-68A3-AC44-7DD6-7344F10A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922286"/>
            <a:ext cx="8421688" cy="1325563"/>
          </a:xfrm>
        </p:spPr>
        <p:txBody>
          <a:bodyPr>
            <a:normAutofit/>
          </a:bodyPr>
          <a:lstStyle/>
          <a:p>
            <a:pPr algn="ctr"/>
            <a:r>
              <a:rPr lang="fr-FR" sz="3400" b="1" dirty="0">
                <a:latin typeface="Calibri" panose="020F0502020204030204" pitchFamily="34" charset="0"/>
                <a:cs typeface="Calibri" panose="020F0502020204030204" pitchFamily="34" charset="0"/>
              </a:rPr>
              <a:t>Transformation logarithmique</a:t>
            </a: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40FEF2FB-C650-DB4B-3563-6529EBC9D7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6643097" y="2713704"/>
            <a:ext cx="4114800" cy="3222010"/>
          </a:xfrm>
        </p:spPr>
      </p:pic>
      <p:pic>
        <p:nvPicPr>
          <p:cNvPr id="13" name="Espace réservé du contenu 1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0EBAFF7F-511D-9602-D995-188523D70C8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434103" y="2713704"/>
            <a:ext cx="4114800" cy="3222010"/>
          </a:xfr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A9A31FF-5DE3-BBFB-39B8-42FC09F57500}"/>
              </a:ext>
            </a:extLst>
          </p:cNvPr>
          <p:cNvSpPr txBox="1"/>
          <p:nvPr/>
        </p:nvSpPr>
        <p:spPr>
          <a:xfrm>
            <a:off x="2805703" y="229611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Avant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1125A0-7608-B006-0133-185654FF177B}"/>
              </a:ext>
            </a:extLst>
          </p:cNvPr>
          <p:cNvSpPr txBox="1"/>
          <p:nvPr/>
        </p:nvSpPr>
        <p:spPr>
          <a:xfrm>
            <a:off x="8305789" y="2296110"/>
            <a:ext cx="78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Après</a:t>
            </a:r>
          </a:p>
        </p:txBody>
      </p:sp>
    </p:spTree>
    <p:extLst>
      <p:ext uri="{BB962C8B-B14F-4D97-AF65-F5344CB8AC3E}">
        <p14:creationId xmlns:p14="http://schemas.microsoft.com/office/powerpoint/2010/main" val="140364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D8B60A-1363-C96E-49FB-4C44B434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400" b="1" dirty="0">
                <a:latin typeface="Calibri" panose="020F0502020204030204" pitchFamily="34" charset="0"/>
                <a:cs typeface="Calibri" panose="020F0502020204030204" pitchFamily="34" charset="0"/>
              </a:rPr>
              <a:t>Nouvelles variables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E64B8C02-C785-71B1-22F7-F81143151B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08937" y="2286002"/>
            <a:ext cx="4908753" cy="3542143"/>
          </a:xfrm>
        </p:spPr>
        <p:txBody>
          <a:bodyPr>
            <a:normAutofit/>
          </a:bodyPr>
          <a:lstStyle/>
          <a:p>
            <a:r>
              <a:rPr lang="fr-FR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Amount_per_hour</a:t>
            </a: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Montant rapporté à l’activité horaire.</a:t>
            </a:r>
          </a:p>
          <a:p>
            <a:pPr lvl="1"/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Met en évidence les comportements atypiques.</a:t>
            </a:r>
          </a:p>
          <a:p>
            <a:r>
              <a:rPr lang="fr-FR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Is_night</a:t>
            </a: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1 si transaction nocturne.</a:t>
            </a:r>
          </a:p>
          <a:p>
            <a:pPr lvl="1"/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Les fraudes sont plus fréquentes la nuit.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2F41474-BD59-2AAD-DCF4-E3FEAE4B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13</a:t>
            </a:fld>
            <a:endParaRPr lang="fr-FR" noProof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8AEB327-071F-293F-CEFD-9D212954641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842000" y="3335311"/>
            <a:ext cx="5111165" cy="842989"/>
          </a:xfrm>
        </p:spPr>
      </p:pic>
    </p:spTree>
    <p:extLst>
      <p:ext uri="{BB962C8B-B14F-4D97-AF65-F5344CB8AC3E}">
        <p14:creationId xmlns:p14="http://schemas.microsoft.com/office/powerpoint/2010/main" val="851551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E730B7-0991-37C4-2F33-B92DA24D9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0714" y="487680"/>
            <a:ext cx="4179570" cy="1685153"/>
          </a:xfrm>
        </p:spPr>
        <p:txBody>
          <a:bodyPr/>
          <a:lstStyle/>
          <a:p>
            <a:pPr algn="ctr"/>
            <a:r>
              <a:rPr lang="fr-FR" sz="3400" dirty="0">
                <a:latin typeface="Calibri" panose="020F0502020204030204" pitchFamily="34" charset="0"/>
                <a:cs typeface="Calibri" panose="020F0502020204030204" pitchFamily="34" charset="0"/>
              </a:rPr>
              <a:t>Motivations statistiques et métier</a:t>
            </a:r>
            <a:endParaRPr lang="fr-FR" sz="3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9ACE43-0B2A-C8A3-3278-53A4236D6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7705344" cy="2004161"/>
          </a:xfrm>
        </p:spPr>
        <p:txBody>
          <a:bodyPr>
            <a:normAutofit/>
          </a:bodyPr>
          <a:lstStyle/>
          <a:p>
            <a:r>
              <a:rPr lang="fr-FR" dirty="0"/>
              <a:t> 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Statistiquement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les montants et les transactions présentent des variations importantes selon le temps, et leur combinaison permet de mieux détecter les comportements atypiques.</a:t>
            </a: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D’un point de vue métier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, les transactions frauduleuses surviennent fréquemment à des horaires non habituels et présentent des montants anormaux.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14F124-5571-F762-BCF2-F5404D4A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0CAD0E-5161-4844-4D62-6DFFFC36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6E7E4F-47A9-A25A-2C97-56A6F23C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2407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622A-559D-8686-CC7F-566BA756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C6201-06E9-BD56-38FD-AF0B522A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Split + </a:t>
            </a:r>
            <a:r>
              <a:rPr lang="fr-FR" sz="3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Scaling</a:t>
            </a:r>
            <a:br>
              <a:rPr lang="fr-FR" sz="36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78B3F59-B972-10D4-6BCA-1A063A5B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15</a:t>
            </a:fld>
            <a:endParaRPr lang="fr-FR" noProof="0"/>
          </a:p>
        </p:txBody>
      </p:sp>
      <p:pic>
        <p:nvPicPr>
          <p:cNvPr id="13" name="Espace réservé du contenu 12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A3FE2263-3CF9-1464-6BA7-C4A766C8086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167939" cy="3722560"/>
          </a:xfrm>
        </p:spPr>
      </p:pic>
    </p:spTree>
    <p:extLst>
      <p:ext uri="{BB962C8B-B14F-4D97-AF65-F5344CB8AC3E}">
        <p14:creationId xmlns:p14="http://schemas.microsoft.com/office/powerpoint/2010/main" val="1995359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826B-E476-3EB5-065F-77482843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C3CCC-5804-AC5E-582D-90B508A10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Préparation et transformations des variables</a:t>
            </a: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6610525-5693-F4AB-F4B7-E196691F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16</a:t>
            </a:fld>
            <a:endParaRPr lang="fr-FR" noProof="0"/>
          </a:p>
        </p:txBody>
      </p:sp>
      <p:pic>
        <p:nvPicPr>
          <p:cNvPr id="7" name="Espace réservé du contenu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700F70C-351F-66A2-D3AE-6625B38F3F6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155531" y="2673313"/>
            <a:ext cx="4910138" cy="2308324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513C8B6-4011-F9F0-D021-367F2465AD9B}"/>
              </a:ext>
            </a:extLst>
          </p:cNvPr>
          <p:cNvSpPr txBox="1"/>
          <p:nvPr/>
        </p:nvSpPr>
        <p:spPr>
          <a:xfrm>
            <a:off x="838200" y="2673313"/>
            <a:ext cx="49101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Baseline :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pondération des classes dans le modèle.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SMOTE :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création d'exemples synthétiques minoritaires.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Under-Sampling :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suppression aléatoire d'exemples majoritaires.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SMOTE + </a:t>
            </a: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Tomek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SMOTE + nettoyage des frontières (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Tomek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links).</a:t>
            </a:r>
          </a:p>
        </p:txBody>
      </p:sp>
    </p:spTree>
    <p:extLst>
      <p:ext uri="{BB962C8B-B14F-4D97-AF65-F5344CB8AC3E}">
        <p14:creationId xmlns:p14="http://schemas.microsoft.com/office/powerpoint/2010/main" val="3799374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DE36-0B7E-195D-25F8-6CAF6B2D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8BCCF8-4EDD-7FD7-1A5A-DDC6E94C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dirty="0">
                <a:latin typeface="Calibri" panose="020F0502020204030204" pitchFamily="34" charset="0"/>
                <a:cs typeface="Calibri" panose="020F0502020204030204" pitchFamily="34" charset="0"/>
              </a:rPr>
              <a:t>Visualisation</a:t>
            </a: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CB1FDF3-B71A-D531-6670-9D05D6F851F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/>
          <a:stretch/>
        </p:blipFill>
        <p:spPr>
          <a:xfrm>
            <a:off x="6096000" y="1598577"/>
            <a:ext cx="5696719" cy="4483451"/>
          </a:xfr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D237C3F-71AC-323F-87B9-D9DC88A4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17</a:t>
            </a:fld>
            <a:endParaRPr lang="fr-FR" noProof="0"/>
          </a:p>
        </p:txBody>
      </p:sp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4C2E1EC-0D1C-3F72-D48D-F96EBA226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439" y="3042920"/>
            <a:ext cx="4610743" cy="159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39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9640-79FE-031A-13A7-5337910E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31394-DF2B-FF98-AAD8-3C0E6274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Comparaison des stratégies</a:t>
            </a: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56E8149-A9CD-A502-35D6-DBF3F065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18</a:t>
            </a:fld>
            <a:endParaRPr lang="fr-FR" noProof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76C56D2-C35D-FA7C-32A9-B71B9656DC35}"/>
              </a:ext>
            </a:extLst>
          </p:cNvPr>
          <p:cNvSpPr txBox="1"/>
          <p:nvPr/>
        </p:nvSpPr>
        <p:spPr>
          <a:xfrm>
            <a:off x="838200" y="2773840"/>
            <a:ext cx="49101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Baseline : </a:t>
            </a:r>
            <a:r>
              <a:rPr lang="fr-FR" dirty="0"/>
              <a:t>solide, rapide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SMOTE :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/>
              <a:t>très </a:t>
            </a:r>
            <a:r>
              <a:rPr lang="fr-FR" dirty="0" err="1"/>
              <a:t>bon,aussi</a:t>
            </a:r>
            <a:r>
              <a:rPr lang="fr-FR" dirty="0"/>
              <a:t> performant que </a:t>
            </a:r>
            <a:r>
              <a:rPr lang="fr-FR" dirty="0" err="1"/>
              <a:t>SMOTE+Tomek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Under-Sampling : </a:t>
            </a:r>
            <a:r>
              <a:rPr lang="fr-FR" dirty="0"/>
              <a:t>très mauvais (perte massive d’information)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SMOTE + </a:t>
            </a: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Tomek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dirty="0"/>
              <a:t> meilleur compromis (nettoie le bruit créé par SMOTE)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Espace réservé du contenu 5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0D2288A5-588D-9BBB-AFFC-F257CEF531E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295869" y="2053652"/>
            <a:ext cx="5057931" cy="4302698"/>
          </a:xfrm>
        </p:spPr>
      </p:pic>
    </p:spTree>
    <p:extLst>
      <p:ext uri="{BB962C8B-B14F-4D97-AF65-F5344CB8AC3E}">
        <p14:creationId xmlns:p14="http://schemas.microsoft.com/office/powerpoint/2010/main" val="1506086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6777C-D26A-ED8C-A478-B96A9D96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EAD21-221B-9EF4-F7F9-3A64650F3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fr-FR" sz="3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Modèles</a:t>
            </a:r>
          </a:p>
        </p:txBody>
      </p:sp>
    </p:spTree>
    <p:extLst>
      <p:ext uri="{BB962C8B-B14F-4D97-AF65-F5344CB8AC3E}">
        <p14:creationId xmlns:p14="http://schemas.microsoft.com/office/powerpoint/2010/main" val="1333556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693A-15C1-8CB6-EC6B-9BD42AA4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3B66C-46BA-37C2-2465-B95E9EB1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100" b="1" dirty="0">
                <a:latin typeface="Calibri" panose="020F0502020204030204" pitchFamily="34" charset="0"/>
                <a:cs typeface="Calibri" panose="020F0502020204030204" pitchFamily="34" charset="0"/>
              </a:rPr>
              <a:t>Modèle 1 – Pré-entraîné / DL (Autoencodeur + espace latent)</a:t>
            </a: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806307-A760-9534-8B35-454D6EC2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20</a:t>
            </a:fld>
            <a:endParaRPr lang="fr-FR" noProof="0"/>
          </a:p>
        </p:txBody>
      </p:sp>
      <p:pic>
        <p:nvPicPr>
          <p:cNvPr id="8" name="Espace réservé du contenu 7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CDE85052-CB62-EB2B-EC98-AE776B8E21E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2366894" y="2037776"/>
            <a:ext cx="7482791" cy="3607119"/>
          </a:xfrm>
        </p:spPr>
      </p:pic>
    </p:spTree>
    <p:extLst>
      <p:ext uri="{BB962C8B-B14F-4D97-AF65-F5344CB8AC3E}">
        <p14:creationId xmlns:p14="http://schemas.microsoft.com/office/powerpoint/2010/main" val="3266920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E6407-9763-5FCB-9165-C966F810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CCFD03-59B8-4EA2-D2DD-E2149AEBE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Modèle 2 – Classique (</a:t>
            </a: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LogisticRegression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pondéré)</a:t>
            </a:r>
            <a:br>
              <a:rPr lang="fr-FR" sz="3600" dirty="0"/>
            </a:br>
            <a:endParaRPr lang="fr-FR" dirty="0"/>
          </a:p>
        </p:txBody>
      </p:sp>
      <p:pic>
        <p:nvPicPr>
          <p:cNvPr id="8" name="Espace réservé du contenu 7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366F9A6-1D59-E55B-6392-6742833990BF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3432336" y="2915053"/>
            <a:ext cx="5678234" cy="1448166"/>
          </a:xfrm>
        </p:spPr>
      </p:pic>
    </p:spTree>
    <p:extLst>
      <p:ext uri="{BB962C8B-B14F-4D97-AF65-F5344CB8AC3E}">
        <p14:creationId xmlns:p14="http://schemas.microsoft.com/office/powerpoint/2010/main" val="4221531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D1A3-3CF3-FCB0-40F7-228FE4D5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BBE129-3F86-8EEF-32F8-20199598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9833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  <a:t>Modèle 3 – </a:t>
            </a:r>
            <a:r>
              <a:rPr lang="fr-FR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A893EB-62BD-E23A-559E-996AAC69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22</a:t>
            </a:fld>
            <a:endParaRPr lang="fr-FR" noProof="0"/>
          </a:p>
        </p:txBody>
      </p:sp>
      <p:pic>
        <p:nvPicPr>
          <p:cNvPr id="8" name="Espace réservé du contenu 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37E664F-22D3-C5A4-1441-CC0BE2F65F2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3515868" y="2807858"/>
            <a:ext cx="5160264" cy="1990117"/>
          </a:xfrm>
        </p:spPr>
      </p:pic>
    </p:spTree>
    <p:extLst>
      <p:ext uri="{BB962C8B-B14F-4D97-AF65-F5344CB8AC3E}">
        <p14:creationId xmlns:p14="http://schemas.microsoft.com/office/powerpoint/2010/main" val="267901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83667-D878-A85B-E179-2CDED63C3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7C3B0E-DF2F-B4B0-89A6-5B8714D37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fr-FR" sz="4000" b="1" dirty="0">
                <a:latin typeface="Calibri" panose="020F0502020204030204" pitchFamily="34" charset="0"/>
                <a:cs typeface="Calibri" panose="020F0502020204030204" pitchFamily="34" charset="0"/>
              </a:rPr>
              <a:t>Résultats</a:t>
            </a:r>
            <a:endParaRPr lang="fr-FR" sz="38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115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1F05C-9957-ED1A-E76B-782967AE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D67C1-57CA-21E2-40D7-9DA89916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6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1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1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100" b="1" dirty="0">
                <a:latin typeface="Calibri" panose="020F0502020204030204" pitchFamily="34" charset="0"/>
                <a:cs typeface="Calibri" panose="020F0502020204030204" pitchFamily="34" charset="0"/>
              </a:rPr>
              <a:t>Pré-entraîné / DL 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BE4769-E24D-F4C9-B3D6-57CEA275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24</a:t>
            </a:fld>
            <a:endParaRPr lang="fr-FR" noProof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757DB4C5-A6E6-3949-B486-F0A637B28E6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6431372" y="1872899"/>
            <a:ext cx="4910138" cy="3695818"/>
          </a:xfr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CBED384-DFD5-5D4C-ACED-69C1DDE7E4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5764" y="2823749"/>
            <a:ext cx="3553510" cy="17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60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58C7-5806-8014-8ECC-CA70CF2E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469115-9603-9D35-3C61-0D36B515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6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900" b="1" dirty="0" err="1">
                <a:latin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fr-FR" sz="29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9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Regression</a:t>
            </a: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195B01E-48F6-2083-B457-4BB8BC21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25</a:t>
            </a:fld>
            <a:endParaRPr lang="fr-FR" noProof="0"/>
          </a:p>
        </p:txBody>
      </p:sp>
      <p:pic>
        <p:nvPicPr>
          <p:cNvPr id="8" name="Espace réservé du contenu 7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455F3566-E5E0-048A-465C-BC4836E39B2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431372" y="1872899"/>
            <a:ext cx="4910138" cy="3695818"/>
          </a:xfrm>
        </p:spPr>
      </p:pic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58E8C5C-ECA3-B3F4-300B-34D554EF4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48" y="2615140"/>
            <a:ext cx="3553510" cy="21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14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6214-333C-DD75-A4D5-164B79D5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BE26F9-A32E-6647-3C75-221E1821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6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3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br>
              <a:rPr lang="fr-FR" dirty="0"/>
            </a:b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DF2D9B-9A90-B806-AE4E-E7F4BF81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26</a:t>
            </a:fld>
            <a:endParaRPr lang="fr-FR" noProof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E3819288-5CE6-37DB-882E-B156339139B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6431372" y="1872899"/>
            <a:ext cx="4910138" cy="3695818"/>
          </a:xfr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75009FB-6276-347F-34EE-5B103B0C5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5764" y="2619714"/>
            <a:ext cx="3553510" cy="22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43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0F97-396F-45C2-818D-4A2FDD07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405048-E671-A899-7EF8-8938F1C1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6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dirty="0">
                <a:latin typeface="Calibri" panose="020F0502020204030204" pitchFamily="34" charset="0"/>
                <a:cs typeface="Calibri" panose="020F0502020204030204" pitchFamily="34" charset="0"/>
              </a:rPr>
              <a:t>Comparaison des Modèles</a:t>
            </a:r>
            <a:br>
              <a:rPr lang="fr-FR" dirty="0"/>
            </a:b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689FA4-111B-1D69-AD25-BC8C7BE3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27</a:t>
            </a:fld>
            <a:endParaRPr lang="fr-FR" noProof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95E9DA27-5488-9CF5-D04E-6004AF30AE9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2578706" y="1872899"/>
            <a:ext cx="7059168" cy="3695818"/>
          </a:xfrm>
        </p:spPr>
      </p:pic>
    </p:spTree>
    <p:extLst>
      <p:ext uri="{BB962C8B-B14F-4D97-AF65-F5344CB8AC3E}">
        <p14:creationId xmlns:p14="http://schemas.microsoft.com/office/powerpoint/2010/main" val="3927659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15158-E098-5210-6CC7-D931CDFC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EF2EB-7D6A-7884-84E2-8567D49F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Interprétation des Différences</a:t>
            </a: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D5E76CB8-460C-8270-7E48-DFE266CD208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385619" y="2370448"/>
            <a:ext cx="6094270" cy="2850481"/>
          </a:xfrm>
        </p:spPr>
        <p:txBody>
          <a:bodyPr>
            <a:normAutofit fontScale="25000" lnSpcReduction="20000"/>
          </a:bodyPr>
          <a:lstStyle/>
          <a:p>
            <a: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  <a:t>ROC AUC est "trompeur" sur un </a:t>
            </a:r>
            <a:r>
              <a:rPr lang="fr-FR" sz="8800" dirty="0" err="1"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  <a:t> aussi déséquilibré</a:t>
            </a:r>
          </a:p>
          <a:p>
            <a:pPr marL="0" indent="0">
              <a:buNone/>
            </a:pPr>
            <a:b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8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  <a:t>PR AUC montre une différence beaucoup plus marquée</a:t>
            </a:r>
          </a:p>
          <a:p>
            <a:pPr marL="0" indent="0">
              <a:buNone/>
            </a:pPr>
            <a:b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8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8800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  <a:t> est nettement supérieur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25767DC-91EB-6603-594C-E4FF057F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41944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6CEC6-190C-0E5B-5530-B2E0D656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DC9A0-10B5-7CCE-BCB7-C5B8CCF0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dirty="0"/>
              <a:t>Pistes d'Amélioration</a:t>
            </a:r>
            <a:br>
              <a:rPr lang="fr-FR" sz="3600" b="1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12B5AD8C-4E8E-3E00-8B44-4ED2C38F979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610464" y="2505028"/>
            <a:ext cx="6530212" cy="2286427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Ajouter des interactions explicites</a:t>
            </a:r>
          </a:p>
          <a:p>
            <a:pPr marL="0" indent="0">
              <a:buNone/>
            </a:pP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Tester ADASYN, Borderline-SMOTE, ou SMOTE + ENN</a:t>
            </a:r>
            <a:b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Modèles plus avancés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3B874A-CD7A-8FCF-5E08-6F903A3F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1102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>
            <a:normAutofit/>
          </a:bodyPr>
          <a:lstStyle/>
          <a:p>
            <a:pPr rtl="0"/>
            <a:r>
              <a:rPr lang="fr-FR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fr-FR" smtClean="0"/>
              <a:pPr rtl="0"/>
              <a:t>30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928365-9960-EEDA-A934-1D2EF41C61F5}"/>
              </a:ext>
            </a:extLst>
          </p:cNvPr>
          <p:cNvSpPr txBox="1"/>
          <p:nvPr/>
        </p:nvSpPr>
        <p:spPr>
          <a:xfrm>
            <a:off x="5476874" y="3104287"/>
            <a:ext cx="52520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Ce projet a permis de construire un pipeline complet pour détecter les fraudes cartes bancaires sur un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très déséquilibré.</a:t>
            </a: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SMOTE+Tomek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offre le meilleur compromis pour détecter efficacement les fraudes tout en limitant les faux positifs.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fr-FR" dirty="0"/>
              <a:t>MERCI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fr-FR" smtClean="0"/>
              <a:pPr rtl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g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5_TF56180624_Win32" id="{86818CA5-A7A1-4A11-825D-121ACC2F2553}" vid="{B15E7544-D123-4273-B0AB-D8F961E44E2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e3ca99-5ffc-4682-95ed-47a08376e26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785AA2B85E0A4F862E291C72F2C916" ma:contentTypeVersion="11" ma:contentTypeDescription="Create a new document." ma:contentTypeScope="" ma:versionID="2f88ba1eaf00810a7a97ab978838d136">
  <xsd:schema xmlns:xsd="http://www.w3.org/2001/XMLSchema" xmlns:xs="http://www.w3.org/2001/XMLSchema" xmlns:p="http://schemas.microsoft.com/office/2006/metadata/properties" xmlns:ns3="13e3ca99-5ffc-4682-95ed-47a08376e268" targetNamespace="http://schemas.microsoft.com/office/2006/metadata/properties" ma:root="true" ma:fieldsID="4c434755e693c6eb61ebb46aea8b2a56" ns3:_="">
    <xsd:import namespace="13e3ca99-5ffc-4682-95ed-47a08376e26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e3ca99-5ffc-4682-95ed-47a08376e26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13e3ca99-5ffc-4682-95ed-47a08376e268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F9C18F-ABB7-4B93-BFAC-D9E455B1E7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e3ca99-5ffc-4682-95ed-47a08376e2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removed="0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Argumentaire de vente clair et minimaliste</Template>
  <TotalTime>1930</TotalTime>
  <Words>872</Words>
  <Application>Microsoft Office PowerPoint</Application>
  <PresentationFormat>Grand écran</PresentationFormat>
  <Paragraphs>151</Paragraphs>
  <Slides>31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Tenorite</vt:lpstr>
      <vt:lpstr>Monoligne</vt:lpstr>
      <vt:lpstr>Détection de Fraude Carte de Crédit</vt:lpstr>
      <vt:lpstr>Plan de la Présentation</vt:lpstr>
      <vt:lpstr>  Introduction au Problème </vt:lpstr>
      <vt:lpstr>  Type de tâche : </vt:lpstr>
      <vt:lpstr>   Objectifs du Projet  </vt:lpstr>
      <vt:lpstr>                          Exploration des données</vt:lpstr>
      <vt:lpstr>                          Exploration des données</vt:lpstr>
      <vt:lpstr>Exploration des données</vt:lpstr>
      <vt:lpstr>  Défis identifiés : </vt:lpstr>
      <vt:lpstr>Transformations</vt:lpstr>
      <vt:lpstr>Préparation et transformations des variables </vt:lpstr>
      <vt:lpstr>Transformation logarithmique</vt:lpstr>
      <vt:lpstr> Nouvelles variables </vt:lpstr>
      <vt:lpstr>Motivations statistiques et métier</vt:lpstr>
      <vt:lpstr> Split + Scaling  </vt:lpstr>
      <vt:lpstr>Préparation et transformations des variables </vt:lpstr>
      <vt:lpstr>     Visualisation    </vt:lpstr>
      <vt:lpstr>Comparaison des stratégies </vt:lpstr>
      <vt:lpstr>Modèles</vt:lpstr>
      <vt:lpstr>        Modèle 1 – Pré-entraîné / DL (Autoencodeur + espace latent)        </vt:lpstr>
      <vt:lpstr>Modèle 2 – Classique (LogisticRegression pondéré) </vt:lpstr>
      <vt:lpstr>         Modèle 3 – XGBoost         </vt:lpstr>
      <vt:lpstr>Résultats</vt:lpstr>
      <vt:lpstr>       Pré-entraîné / DL         </vt:lpstr>
      <vt:lpstr>      Logistic Regression      </vt:lpstr>
      <vt:lpstr>      XGBoost       </vt:lpstr>
      <vt:lpstr>      Comparaison des Modèles       </vt:lpstr>
      <vt:lpstr>             Interprétation des Différences           </vt:lpstr>
      <vt:lpstr>               Pistes d'Amélioration            </vt:lpstr>
      <vt:lpstr>Conclusion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Sirem Kaci</dc:creator>
  <cp:lastModifiedBy>Aissa Cheroufa</cp:lastModifiedBy>
  <cp:revision>4</cp:revision>
  <dcterms:created xsi:type="dcterms:W3CDTF">2025-12-09T21:42:23Z</dcterms:created>
  <dcterms:modified xsi:type="dcterms:W3CDTF">2026-02-12T03:23:52Z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0x010100B8785AA2B85E0A4F862E291C72F2C916</vt:lpwstr>
  </property>
</Properties>
</file>